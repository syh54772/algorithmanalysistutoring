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3" r:id="rId1"/>
  </p:sld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  <p:sldId id="278" r:id="rId19"/>
    <p:sldId id="279" r:id="rId20"/>
    <p:sldId id="280" r:id="rId21"/>
    <p:sldId id="281" r:id="rId22"/>
    <p:sldId id="274" r:id="rId23"/>
    <p:sldId id="275" r:id="rId24"/>
    <p:sldId id="277" r:id="rId25"/>
    <p:sldId id="276" r:id="rId26"/>
    <p:sldId id="2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0067DB-1819-40AC-82F1-D2CD4A5A4A3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pPr latinLnBrk="1"/>
          <a:endParaRPr lang="ko-KR" altLang="en-US"/>
        </a:p>
      </dgm:t>
    </dgm:pt>
    <dgm:pt modelId="{A3D6169F-6C04-4A96-8A33-2A7BA26440D4}">
      <dgm:prSet/>
      <dgm:spPr/>
      <dgm:t>
        <a:bodyPr/>
        <a:lstStyle/>
        <a:p>
          <a:pPr rtl="0" eaLnBrk="1" latinLnBrk="1" hangingPunct="1">
            <a:buClr>
              <a:schemeClr val="accent1"/>
            </a:buClr>
            <a:buSzPct val="100000"/>
            <a:buFont typeface="+mj-lt"/>
            <a:buAutoNum type="arabicPeriod"/>
          </a:pPr>
          <a:r>
            <a:rPr lang="en-US" dirty="0"/>
            <a:t>Algorithms with Numbers</a:t>
          </a:r>
          <a:endParaRPr lang="ko-KR" dirty="0"/>
        </a:p>
      </dgm:t>
    </dgm:pt>
    <dgm:pt modelId="{010716C8-BAB2-4D48-98DA-F89E9404E0D4}" type="parTrans" cxnId="{C2010FEE-A5A0-4D07-99EE-70C39CB6CC99}">
      <dgm:prSet/>
      <dgm:spPr/>
      <dgm:t>
        <a:bodyPr/>
        <a:lstStyle/>
        <a:p>
          <a:pPr latinLnBrk="1"/>
          <a:endParaRPr lang="ko-KR" altLang="en-US"/>
        </a:p>
      </dgm:t>
    </dgm:pt>
    <dgm:pt modelId="{962C741D-112C-4F2B-AE72-E6692C6521AA}" type="sibTrans" cxnId="{C2010FEE-A5A0-4D07-99EE-70C39CB6CC99}">
      <dgm:prSet/>
      <dgm:spPr/>
      <dgm:t>
        <a:bodyPr/>
        <a:lstStyle/>
        <a:p>
          <a:pPr latinLnBrk="1"/>
          <a:endParaRPr lang="ko-KR" altLang="en-US"/>
        </a:p>
      </dgm:t>
    </dgm:pt>
    <dgm:pt modelId="{9CEA6DAB-E523-439B-AC4B-05FD07EF585E}">
      <dgm:prSet/>
      <dgm:spPr/>
      <dgm:t>
        <a:bodyPr/>
        <a:lstStyle/>
        <a:p>
          <a:pPr rtl="0" eaLnBrk="1" latinLnBrk="1" hangingPunct="1"/>
          <a:r>
            <a:rPr lang="en-US" dirty="0"/>
            <a:t>Divide-and-Conquer Algorithms</a:t>
          </a:r>
          <a:endParaRPr lang="ko-KR" dirty="0"/>
        </a:p>
      </dgm:t>
    </dgm:pt>
    <dgm:pt modelId="{BA23A4F9-0BAD-446D-8402-0653F8296C74}" type="parTrans" cxnId="{58B8D874-FC8F-4AB4-B5E3-2EFBC8EFE51C}">
      <dgm:prSet/>
      <dgm:spPr/>
      <dgm:t>
        <a:bodyPr/>
        <a:lstStyle/>
        <a:p>
          <a:pPr latinLnBrk="1"/>
          <a:endParaRPr lang="ko-KR" altLang="en-US"/>
        </a:p>
      </dgm:t>
    </dgm:pt>
    <dgm:pt modelId="{8E3CAF1C-56F7-4FD9-9001-D7421570F0C8}" type="sibTrans" cxnId="{58B8D874-FC8F-4AB4-B5E3-2EFBC8EFE51C}">
      <dgm:prSet/>
      <dgm:spPr/>
      <dgm:t>
        <a:bodyPr/>
        <a:lstStyle/>
        <a:p>
          <a:pPr latinLnBrk="1"/>
          <a:endParaRPr lang="ko-KR" altLang="en-US"/>
        </a:p>
      </dgm:t>
    </dgm:pt>
    <dgm:pt modelId="{471E884D-0D25-4716-8B39-B49054F0D243}">
      <dgm:prSet/>
      <dgm:spPr/>
      <dgm:t>
        <a:bodyPr/>
        <a:lstStyle/>
        <a:p>
          <a:pPr rtl="0" eaLnBrk="1" latinLnBrk="1" hangingPunct="1"/>
          <a:r>
            <a:rPr lang="en-US" dirty="0"/>
            <a:t>Basic of Graph</a:t>
          </a:r>
          <a:endParaRPr lang="ko-KR" dirty="0"/>
        </a:p>
      </dgm:t>
    </dgm:pt>
    <dgm:pt modelId="{E86706B6-F0DC-4C4D-AD58-D9EA8BE8638E}" type="parTrans" cxnId="{2812550C-198A-4030-9BEA-95EF94C0CA26}">
      <dgm:prSet/>
      <dgm:spPr/>
      <dgm:t>
        <a:bodyPr/>
        <a:lstStyle/>
        <a:p>
          <a:pPr latinLnBrk="1"/>
          <a:endParaRPr lang="ko-KR" altLang="en-US"/>
        </a:p>
      </dgm:t>
    </dgm:pt>
    <dgm:pt modelId="{A205D320-27A2-4A32-92D3-97BB51E648DC}" type="sibTrans" cxnId="{2812550C-198A-4030-9BEA-95EF94C0CA26}">
      <dgm:prSet/>
      <dgm:spPr/>
      <dgm:t>
        <a:bodyPr/>
        <a:lstStyle/>
        <a:p>
          <a:pPr latinLnBrk="1"/>
          <a:endParaRPr lang="ko-KR" altLang="en-US"/>
        </a:p>
      </dgm:t>
    </dgm:pt>
    <dgm:pt modelId="{F6B7C231-0F1E-4B28-B532-046ED969E2E9}">
      <dgm:prSet/>
      <dgm:spPr/>
      <dgm:t>
        <a:bodyPr/>
        <a:lstStyle/>
        <a:p>
          <a:pPr rtl="0" eaLnBrk="1" latinLnBrk="1" hangingPunct="1"/>
          <a:r>
            <a:rPr lang="en-US"/>
            <a:t>Greedy Algorithms</a:t>
          </a:r>
          <a:endParaRPr lang="ko-KR"/>
        </a:p>
      </dgm:t>
    </dgm:pt>
    <dgm:pt modelId="{56C752AB-24C8-420D-97F1-73B5E0BCDC60}" type="parTrans" cxnId="{5D837EFC-FC23-43D9-A38B-FDAE0C6F5F18}">
      <dgm:prSet/>
      <dgm:spPr/>
      <dgm:t>
        <a:bodyPr/>
        <a:lstStyle/>
        <a:p>
          <a:pPr latinLnBrk="1"/>
          <a:endParaRPr lang="ko-KR" altLang="en-US"/>
        </a:p>
      </dgm:t>
    </dgm:pt>
    <dgm:pt modelId="{17E34267-FC91-4A94-8A67-4ACDCB142E55}" type="sibTrans" cxnId="{5D837EFC-FC23-43D9-A38B-FDAE0C6F5F18}">
      <dgm:prSet/>
      <dgm:spPr/>
      <dgm:t>
        <a:bodyPr/>
        <a:lstStyle/>
        <a:p>
          <a:pPr latinLnBrk="1"/>
          <a:endParaRPr lang="ko-KR" altLang="en-US"/>
        </a:p>
      </dgm:t>
    </dgm:pt>
    <dgm:pt modelId="{DEA89D1C-5B03-4E03-81EC-7D254D0D5A3F}">
      <dgm:prSet/>
      <dgm:spPr/>
      <dgm:t>
        <a:bodyPr/>
        <a:lstStyle/>
        <a:p>
          <a:pPr rtl="0" eaLnBrk="1" latinLnBrk="1" hangingPunct="1"/>
          <a:r>
            <a:rPr lang="en-US"/>
            <a:t>Dynamic Programming</a:t>
          </a:r>
          <a:endParaRPr lang="ko-KR"/>
        </a:p>
      </dgm:t>
    </dgm:pt>
    <dgm:pt modelId="{2B2E8EC0-E1E2-425E-B903-244704BBC584}" type="parTrans" cxnId="{9269AEBD-47AB-4B64-A1CD-DF43005CD79E}">
      <dgm:prSet/>
      <dgm:spPr/>
      <dgm:t>
        <a:bodyPr/>
        <a:lstStyle/>
        <a:p>
          <a:pPr latinLnBrk="1"/>
          <a:endParaRPr lang="ko-KR" altLang="en-US"/>
        </a:p>
      </dgm:t>
    </dgm:pt>
    <dgm:pt modelId="{D711ACF8-38C5-4E17-9DA3-A8AEEAA0374C}" type="sibTrans" cxnId="{9269AEBD-47AB-4B64-A1CD-DF43005CD79E}">
      <dgm:prSet/>
      <dgm:spPr/>
      <dgm:t>
        <a:bodyPr/>
        <a:lstStyle/>
        <a:p>
          <a:pPr latinLnBrk="1"/>
          <a:endParaRPr lang="ko-KR" altLang="en-US"/>
        </a:p>
      </dgm:t>
    </dgm:pt>
    <dgm:pt modelId="{248AE19B-E541-4151-9AE4-C86B1A9B067A}" type="pres">
      <dgm:prSet presAssocID="{2E0067DB-1819-40AC-82F1-D2CD4A5A4A3B}" presName="outerComposite" presStyleCnt="0">
        <dgm:presLayoutVars>
          <dgm:chMax val="5"/>
          <dgm:dir/>
          <dgm:resizeHandles val="exact"/>
        </dgm:presLayoutVars>
      </dgm:prSet>
      <dgm:spPr/>
    </dgm:pt>
    <dgm:pt modelId="{00FFC81D-A7FE-4E30-B484-16503A521C1E}" type="pres">
      <dgm:prSet presAssocID="{2E0067DB-1819-40AC-82F1-D2CD4A5A4A3B}" presName="dummyMaxCanvas" presStyleCnt="0">
        <dgm:presLayoutVars/>
      </dgm:prSet>
      <dgm:spPr/>
    </dgm:pt>
    <dgm:pt modelId="{3A73D69C-00A7-493B-9CE4-67F0946DDF91}" type="pres">
      <dgm:prSet presAssocID="{2E0067DB-1819-40AC-82F1-D2CD4A5A4A3B}" presName="FiveNodes_1" presStyleLbl="node1" presStyleIdx="0" presStyleCnt="5">
        <dgm:presLayoutVars>
          <dgm:bulletEnabled val="1"/>
        </dgm:presLayoutVars>
      </dgm:prSet>
      <dgm:spPr/>
    </dgm:pt>
    <dgm:pt modelId="{A0643E9B-53AF-407F-8C6F-C64469FDCF07}" type="pres">
      <dgm:prSet presAssocID="{2E0067DB-1819-40AC-82F1-D2CD4A5A4A3B}" presName="FiveNodes_2" presStyleLbl="node1" presStyleIdx="1" presStyleCnt="5">
        <dgm:presLayoutVars>
          <dgm:bulletEnabled val="1"/>
        </dgm:presLayoutVars>
      </dgm:prSet>
      <dgm:spPr/>
    </dgm:pt>
    <dgm:pt modelId="{87647CF4-C877-4D5B-B468-E8DD74989A16}" type="pres">
      <dgm:prSet presAssocID="{2E0067DB-1819-40AC-82F1-D2CD4A5A4A3B}" presName="FiveNodes_3" presStyleLbl="node1" presStyleIdx="2" presStyleCnt="5">
        <dgm:presLayoutVars>
          <dgm:bulletEnabled val="1"/>
        </dgm:presLayoutVars>
      </dgm:prSet>
      <dgm:spPr/>
    </dgm:pt>
    <dgm:pt modelId="{5F3BECA5-610A-4CF0-835E-5BAC5021AD7E}" type="pres">
      <dgm:prSet presAssocID="{2E0067DB-1819-40AC-82F1-D2CD4A5A4A3B}" presName="FiveNodes_4" presStyleLbl="node1" presStyleIdx="3" presStyleCnt="5">
        <dgm:presLayoutVars>
          <dgm:bulletEnabled val="1"/>
        </dgm:presLayoutVars>
      </dgm:prSet>
      <dgm:spPr/>
    </dgm:pt>
    <dgm:pt modelId="{10BCC0EF-6039-4A36-9442-7562F8CF8F2B}" type="pres">
      <dgm:prSet presAssocID="{2E0067DB-1819-40AC-82F1-D2CD4A5A4A3B}" presName="FiveNodes_5" presStyleLbl="node1" presStyleIdx="4" presStyleCnt="5">
        <dgm:presLayoutVars>
          <dgm:bulletEnabled val="1"/>
        </dgm:presLayoutVars>
      </dgm:prSet>
      <dgm:spPr/>
    </dgm:pt>
    <dgm:pt modelId="{ED6C6050-C06F-4CAE-908E-48E8D08D3B1D}" type="pres">
      <dgm:prSet presAssocID="{2E0067DB-1819-40AC-82F1-D2CD4A5A4A3B}" presName="FiveConn_1-2" presStyleLbl="fgAccFollowNode1" presStyleIdx="0" presStyleCnt="4">
        <dgm:presLayoutVars>
          <dgm:bulletEnabled val="1"/>
        </dgm:presLayoutVars>
      </dgm:prSet>
      <dgm:spPr/>
    </dgm:pt>
    <dgm:pt modelId="{E16B35DE-ED72-4771-8610-DA68F161EB2A}" type="pres">
      <dgm:prSet presAssocID="{2E0067DB-1819-40AC-82F1-D2CD4A5A4A3B}" presName="FiveConn_2-3" presStyleLbl="fgAccFollowNode1" presStyleIdx="1" presStyleCnt="4">
        <dgm:presLayoutVars>
          <dgm:bulletEnabled val="1"/>
        </dgm:presLayoutVars>
      </dgm:prSet>
      <dgm:spPr/>
    </dgm:pt>
    <dgm:pt modelId="{01A14F3F-1703-4F97-A841-5F0D58B911D0}" type="pres">
      <dgm:prSet presAssocID="{2E0067DB-1819-40AC-82F1-D2CD4A5A4A3B}" presName="FiveConn_3-4" presStyleLbl="fgAccFollowNode1" presStyleIdx="2" presStyleCnt="4">
        <dgm:presLayoutVars>
          <dgm:bulletEnabled val="1"/>
        </dgm:presLayoutVars>
      </dgm:prSet>
      <dgm:spPr/>
    </dgm:pt>
    <dgm:pt modelId="{F42C0E9F-F73F-4FA2-8AB9-30864FB616EA}" type="pres">
      <dgm:prSet presAssocID="{2E0067DB-1819-40AC-82F1-D2CD4A5A4A3B}" presName="FiveConn_4-5" presStyleLbl="fgAccFollowNode1" presStyleIdx="3" presStyleCnt="4">
        <dgm:presLayoutVars>
          <dgm:bulletEnabled val="1"/>
        </dgm:presLayoutVars>
      </dgm:prSet>
      <dgm:spPr/>
    </dgm:pt>
    <dgm:pt modelId="{D6F8A6CD-45F0-4842-A5E6-8FFAFB0C7138}" type="pres">
      <dgm:prSet presAssocID="{2E0067DB-1819-40AC-82F1-D2CD4A5A4A3B}" presName="FiveNodes_1_text" presStyleLbl="node1" presStyleIdx="4" presStyleCnt="5">
        <dgm:presLayoutVars>
          <dgm:bulletEnabled val="1"/>
        </dgm:presLayoutVars>
      </dgm:prSet>
      <dgm:spPr/>
    </dgm:pt>
    <dgm:pt modelId="{9DB1F8F7-136B-4306-B2A1-4441FE49F986}" type="pres">
      <dgm:prSet presAssocID="{2E0067DB-1819-40AC-82F1-D2CD4A5A4A3B}" presName="FiveNodes_2_text" presStyleLbl="node1" presStyleIdx="4" presStyleCnt="5">
        <dgm:presLayoutVars>
          <dgm:bulletEnabled val="1"/>
        </dgm:presLayoutVars>
      </dgm:prSet>
      <dgm:spPr/>
    </dgm:pt>
    <dgm:pt modelId="{D2A43526-EE93-4C64-BCF5-1A4899EADC8F}" type="pres">
      <dgm:prSet presAssocID="{2E0067DB-1819-40AC-82F1-D2CD4A5A4A3B}" presName="FiveNodes_3_text" presStyleLbl="node1" presStyleIdx="4" presStyleCnt="5">
        <dgm:presLayoutVars>
          <dgm:bulletEnabled val="1"/>
        </dgm:presLayoutVars>
      </dgm:prSet>
      <dgm:spPr/>
    </dgm:pt>
    <dgm:pt modelId="{62D1CCFD-8C2F-4F44-9056-38834BD8F482}" type="pres">
      <dgm:prSet presAssocID="{2E0067DB-1819-40AC-82F1-D2CD4A5A4A3B}" presName="FiveNodes_4_text" presStyleLbl="node1" presStyleIdx="4" presStyleCnt="5">
        <dgm:presLayoutVars>
          <dgm:bulletEnabled val="1"/>
        </dgm:presLayoutVars>
      </dgm:prSet>
      <dgm:spPr/>
    </dgm:pt>
    <dgm:pt modelId="{17F4F689-5748-428A-94C2-FA847EEE21B0}" type="pres">
      <dgm:prSet presAssocID="{2E0067DB-1819-40AC-82F1-D2CD4A5A4A3B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43CEFF36-8FC1-43EE-A7C2-0EA7C6C1B1A8}" type="presOf" srcId="{2E0067DB-1819-40AC-82F1-D2CD4A5A4A3B}" destId="{248AE19B-E541-4151-9AE4-C86B1A9B067A}" srcOrd="0" destOrd="0" presId="urn:microsoft.com/office/officeart/2005/8/layout/vProcess5"/>
    <dgm:cxn modelId="{49AE258C-1B73-4161-B207-58063EA670A4}" type="presOf" srcId="{8E3CAF1C-56F7-4FD9-9001-D7421570F0C8}" destId="{E16B35DE-ED72-4771-8610-DA68F161EB2A}" srcOrd="0" destOrd="0" presId="urn:microsoft.com/office/officeart/2005/8/layout/vProcess5"/>
    <dgm:cxn modelId="{2A4F9FDB-5B6D-4A83-BEB5-B27CE21BFE02}" type="presOf" srcId="{A205D320-27A2-4A32-92D3-97BB51E648DC}" destId="{01A14F3F-1703-4F97-A841-5F0D58B911D0}" srcOrd="0" destOrd="0" presId="urn:microsoft.com/office/officeart/2005/8/layout/vProcess5"/>
    <dgm:cxn modelId="{58B8D874-FC8F-4AB4-B5E3-2EFBC8EFE51C}" srcId="{2E0067DB-1819-40AC-82F1-D2CD4A5A4A3B}" destId="{9CEA6DAB-E523-439B-AC4B-05FD07EF585E}" srcOrd="1" destOrd="0" parTransId="{BA23A4F9-0BAD-446D-8402-0653F8296C74}" sibTransId="{8E3CAF1C-56F7-4FD9-9001-D7421570F0C8}"/>
    <dgm:cxn modelId="{8B6C65D4-8819-4740-8213-1E06F3790CE5}" type="presOf" srcId="{A3D6169F-6C04-4A96-8A33-2A7BA26440D4}" destId="{3A73D69C-00A7-493B-9CE4-67F0946DDF91}" srcOrd="0" destOrd="0" presId="urn:microsoft.com/office/officeart/2005/8/layout/vProcess5"/>
    <dgm:cxn modelId="{ADD2805D-BC1F-49A4-A3B2-9F23E8C59A75}" type="presOf" srcId="{17E34267-FC91-4A94-8A67-4ACDCB142E55}" destId="{F42C0E9F-F73F-4FA2-8AB9-30864FB616EA}" srcOrd="0" destOrd="0" presId="urn:microsoft.com/office/officeart/2005/8/layout/vProcess5"/>
    <dgm:cxn modelId="{2812550C-198A-4030-9BEA-95EF94C0CA26}" srcId="{2E0067DB-1819-40AC-82F1-D2CD4A5A4A3B}" destId="{471E884D-0D25-4716-8B39-B49054F0D243}" srcOrd="2" destOrd="0" parTransId="{E86706B6-F0DC-4C4D-AD58-D9EA8BE8638E}" sibTransId="{A205D320-27A2-4A32-92D3-97BB51E648DC}"/>
    <dgm:cxn modelId="{D3F06156-7FB2-44F1-8B5F-255F9E0C7326}" type="presOf" srcId="{DEA89D1C-5B03-4E03-81EC-7D254D0D5A3F}" destId="{17F4F689-5748-428A-94C2-FA847EEE21B0}" srcOrd="1" destOrd="0" presId="urn:microsoft.com/office/officeart/2005/8/layout/vProcess5"/>
    <dgm:cxn modelId="{81B02B5F-74D7-4FA8-B58F-7B96D36D72AF}" type="presOf" srcId="{A3D6169F-6C04-4A96-8A33-2A7BA26440D4}" destId="{D6F8A6CD-45F0-4842-A5E6-8FFAFB0C7138}" srcOrd="1" destOrd="0" presId="urn:microsoft.com/office/officeart/2005/8/layout/vProcess5"/>
    <dgm:cxn modelId="{06F907AC-5932-4B59-9A38-3DCF1B416A7C}" type="presOf" srcId="{F6B7C231-0F1E-4B28-B532-046ED969E2E9}" destId="{5F3BECA5-610A-4CF0-835E-5BAC5021AD7E}" srcOrd="0" destOrd="0" presId="urn:microsoft.com/office/officeart/2005/8/layout/vProcess5"/>
    <dgm:cxn modelId="{588EB814-310F-4DCE-A8E5-0DB63B0BE3A1}" type="presOf" srcId="{962C741D-112C-4F2B-AE72-E6692C6521AA}" destId="{ED6C6050-C06F-4CAE-908E-48E8D08D3B1D}" srcOrd="0" destOrd="0" presId="urn:microsoft.com/office/officeart/2005/8/layout/vProcess5"/>
    <dgm:cxn modelId="{A9F73197-E40B-48B2-9885-830DA42CEAED}" type="presOf" srcId="{9CEA6DAB-E523-439B-AC4B-05FD07EF585E}" destId="{A0643E9B-53AF-407F-8C6F-C64469FDCF07}" srcOrd="0" destOrd="0" presId="urn:microsoft.com/office/officeart/2005/8/layout/vProcess5"/>
    <dgm:cxn modelId="{1ED6E2AB-17F0-4318-B79A-CE05F993BC2C}" type="presOf" srcId="{471E884D-0D25-4716-8B39-B49054F0D243}" destId="{87647CF4-C877-4D5B-B468-E8DD74989A16}" srcOrd="0" destOrd="0" presId="urn:microsoft.com/office/officeart/2005/8/layout/vProcess5"/>
    <dgm:cxn modelId="{C2010FEE-A5A0-4D07-99EE-70C39CB6CC99}" srcId="{2E0067DB-1819-40AC-82F1-D2CD4A5A4A3B}" destId="{A3D6169F-6C04-4A96-8A33-2A7BA26440D4}" srcOrd="0" destOrd="0" parTransId="{010716C8-BAB2-4D48-98DA-F89E9404E0D4}" sibTransId="{962C741D-112C-4F2B-AE72-E6692C6521AA}"/>
    <dgm:cxn modelId="{5D837EFC-FC23-43D9-A38B-FDAE0C6F5F18}" srcId="{2E0067DB-1819-40AC-82F1-D2CD4A5A4A3B}" destId="{F6B7C231-0F1E-4B28-B532-046ED969E2E9}" srcOrd="3" destOrd="0" parTransId="{56C752AB-24C8-420D-97F1-73B5E0BCDC60}" sibTransId="{17E34267-FC91-4A94-8A67-4ACDCB142E55}"/>
    <dgm:cxn modelId="{E7763107-44A0-4573-BB7E-B99880C171C7}" type="presOf" srcId="{DEA89D1C-5B03-4E03-81EC-7D254D0D5A3F}" destId="{10BCC0EF-6039-4A36-9442-7562F8CF8F2B}" srcOrd="0" destOrd="0" presId="urn:microsoft.com/office/officeart/2005/8/layout/vProcess5"/>
    <dgm:cxn modelId="{9269AEBD-47AB-4B64-A1CD-DF43005CD79E}" srcId="{2E0067DB-1819-40AC-82F1-D2CD4A5A4A3B}" destId="{DEA89D1C-5B03-4E03-81EC-7D254D0D5A3F}" srcOrd="4" destOrd="0" parTransId="{2B2E8EC0-E1E2-425E-B903-244704BBC584}" sibTransId="{D711ACF8-38C5-4E17-9DA3-A8AEEAA0374C}"/>
    <dgm:cxn modelId="{5D318478-BBB7-47FA-9B3E-43654D0C5F30}" type="presOf" srcId="{F6B7C231-0F1E-4B28-B532-046ED969E2E9}" destId="{62D1CCFD-8C2F-4F44-9056-38834BD8F482}" srcOrd="1" destOrd="0" presId="urn:microsoft.com/office/officeart/2005/8/layout/vProcess5"/>
    <dgm:cxn modelId="{DC103C5E-3266-4CC0-B363-B3DBDC1163F1}" type="presOf" srcId="{9CEA6DAB-E523-439B-AC4B-05FD07EF585E}" destId="{9DB1F8F7-136B-4306-B2A1-4441FE49F986}" srcOrd="1" destOrd="0" presId="urn:microsoft.com/office/officeart/2005/8/layout/vProcess5"/>
    <dgm:cxn modelId="{DA4C3552-310F-45C3-BA47-796774F43EC4}" type="presOf" srcId="{471E884D-0D25-4716-8B39-B49054F0D243}" destId="{D2A43526-EE93-4C64-BCF5-1A4899EADC8F}" srcOrd="1" destOrd="0" presId="urn:microsoft.com/office/officeart/2005/8/layout/vProcess5"/>
    <dgm:cxn modelId="{D2F0DB99-4D20-4D57-A0DC-FEBCB1A5D6C5}" type="presParOf" srcId="{248AE19B-E541-4151-9AE4-C86B1A9B067A}" destId="{00FFC81D-A7FE-4E30-B484-16503A521C1E}" srcOrd="0" destOrd="0" presId="urn:microsoft.com/office/officeart/2005/8/layout/vProcess5"/>
    <dgm:cxn modelId="{37ACAC02-AD7F-47F7-A882-A503060B6F23}" type="presParOf" srcId="{248AE19B-E541-4151-9AE4-C86B1A9B067A}" destId="{3A73D69C-00A7-493B-9CE4-67F0946DDF91}" srcOrd="1" destOrd="0" presId="urn:microsoft.com/office/officeart/2005/8/layout/vProcess5"/>
    <dgm:cxn modelId="{E716F539-3F6D-494D-A1FE-5548FB309B2C}" type="presParOf" srcId="{248AE19B-E541-4151-9AE4-C86B1A9B067A}" destId="{A0643E9B-53AF-407F-8C6F-C64469FDCF07}" srcOrd="2" destOrd="0" presId="urn:microsoft.com/office/officeart/2005/8/layout/vProcess5"/>
    <dgm:cxn modelId="{B4427972-E9D3-4D26-87A0-D3FC8E0F712C}" type="presParOf" srcId="{248AE19B-E541-4151-9AE4-C86B1A9B067A}" destId="{87647CF4-C877-4D5B-B468-E8DD74989A16}" srcOrd="3" destOrd="0" presId="urn:microsoft.com/office/officeart/2005/8/layout/vProcess5"/>
    <dgm:cxn modelId="{7CC223B4-15B4-4A98-977E-66380F1958DF}" type="presParOf" srcId="{248AE19B-E541-4151-9AE4-C86B1A9B067A}" destId="{5F3BECA5-610A-4CF0-835E-5BAC5021AD7E}" srcOrd="4" destOrd="0" presId="urn:microsoft.com/office/officeart/2005/8/layout/vProcess5"/>
    <dgm:cxn modelId="{7C11682C-E597-4AE0-ACB6-B5FA6DD7AC72}" type="presParOf" srcId="{248AE19B-E541-4151-9AE4-C86B1A9B067A}" destId="{10BCC0EF-6039-4A36-9442-7562F8CF8F2B}" srcOrd="5" destOrd="0" presId="urn:microsoft.com/office/officeart/2005/8/layout/vProcess5"/>
    <dgm:cxn modelId="{A47AB32D-3DDF-46AE-899D-540289B96AC5}" type="presParOf" srcId="{248AE19B-E541-4151-9AE4-C86B1A9B067A}" destId="{ED6C6050-C06F-4CAE-908E-48E8D08D3B1D}" srcOrd="6" destOrd="0" presId="urn:microsoft.com/office/officeart/2005/8/layout/vProcess5"/>
    <dgm:cxn modelId="{431DA0D8-7505-42CF-A9F7-7C6B3AAE50EF}" type="presParOf" srcId="{248AE19B-E541-4151-9AE4-C86B1A9B067A}" destId="{E16B35DE-ED72-4771-8610-DA68F161EB2A}" srcOrd="7" destOrd="0" presId="urn:microsoft.com/office/officeart/2005/8/layout/vProcess5"/>
    <dgm:cxn modelId="{48A13960-2E51-49A5-8E70-B23E18000C93}" type="presParOf" srcId="{248AE19B-E541-4151-9AE4-C86B1A9B067A}" destId="{01A14F3F-1703-4F97-A841-5F0D58B911D0}" srcOrd="8" destOrd="0" presId="urn:microsoft.com/office/officeart/2005/8/layout/vProcess5"/>
    <dgm:cxn modelId="{895B2645-59C6-48A3-8E53-63D25CBCF15F}" type="presParOf" srcId="{248AE19B-E541-4151-9AE4-C86B1A9B067A}" destId="{F42C0E9F-F73F-4FA2-8AB9-30864FB616EA}" srcOrd="9" destOrd="0" presId="urn:microsoft.com/office/officeart/2005/8/layout/vProcess5"/>
    <dgm:cxn modelId="{95A71EA7-0757-4CAD-AF24-66B8FEA7DFDE}" type="presParOf" srcId="{248AE19B-E541-4151-9AE4-C86B1A9B067A}" destId="{D6F8A6CD-45F0-4842-A5E6-8FFAFB0C7138}" srcOrd="10" destOrd="0" presId="urn:microsoft.com/office/officeart/2005/8/layout/vProcess5"/>
    <dgm:cxn modelId="{11E82927-2E77-4397-8377-32ED224889DC}" type="presParOf" srcId="{248AE19B-E541-4151-9AE4-C86B1A9B067A}" destId="{9DB1F8F7-136B-4306-B2A1-4441FE49F986}" srcOrd="11" destOrd="0" presId="urn:microsoft.com/office/officeart/2005/8/layout/vProcess5"/>
    <dgm:cxn modelId="{6956D64C-776B-4936-A491-2272A43B87D6}" type="presParOf" srcId="{248AE19B-E541-4151-9AE4-C86B1A9B067A}" destId="{D2A43526-EE93-4C64-BCF5-1A4899EADC8F}" srcOrd="12" destOrd="0" presId="urn:microsoft.com/office/officeart/2005/8/layout/vProcess5"/>
    <dgm:cxn modelId="{6CF75ACF-5F4E-4EC4-82B3-265B66283530}" type="presParOf" srcId="{248AE19B-E541-4151-9AE4-C86B1A9B067A}" destId="{62D1CCFD-8C2F-4F44-9056-38834BD8F482}" srcOrd="13" destOrd="0" presId="urn:microsoft.com/office/officeart/2005/8/layout/vProcess5"/>
    <dgm:cxn modelId="{4A45685E-A26B-48EE-AA3F-FDC233518674}" type="presParOf" srcId="{248AE19B-E541-4151-9AE4-C86B1A9B067A}" destId="{17F4F689-5748-428A-94C2-FA847EEE21B0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70A9D6-1CBA-4C82-AEB9-136874785BF7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pPr latinLnBrk="1"/>
          <a:endParaRPr lang="ko-KR" altLang="en-US"/>
        </a:p>
      </dgm:t>
    </dgm:pt>
    <dgm:pt modelId="{8D53316C-C840-418E-9975-00B96ABF25AD}">
      <dgm:prSet/>
      <dgm:spPr/>
      <dgm:t>
        <a:bodyPr/>
        <a:lstStyle/>
        <a:p>
          <a:pPr rtl="0" eaLnBrk="1" latinLnBrk="1" hangingPunct="1">
            <a:buClr>
              <a:schemeClr val="accent1"/>
            </a:buClr>
            <a:buSzPct val="100000"/>
            <a:buFont typeface="+mj-lt"/>
            <a:buAutoNum type="arabicPeriod"/>
          </a:pPr>
          <a:r>
            <a:rPr lang="en-US"/>
            <a:t>Network Flow</a:t>
          </a:r>
          <a:endParaRPr lang="ko-KR"/>
        </a:p>
      </dgm:t>
    </dgm:pt>
    <dgm:pt modelId="{0B05D891-12EF-4752-B0D4-318BD1775344}" type="parTrans" cxnId="{9033D803-D527-4FFB-9967-51C7931DF0A3}">
      <dgm:prSet/>
      <dgm:spPr/>
      <dgm:t>
        <a:bodyPr/>
        <a:lstStyle/>
        <a:p>
          <a:pPr latinLnBrk="1"/>
          <a:endParaRPr lang="ko-KR" altLang="en-US"/>
        </a:p>
      </dgm:t>
    </dgm:pt>
    <dgm:pt modelId="{10E3BE6A-7CE4-4CB7-8EBA-F2DA70F59E2D}" type="sibTrans" cxnId="{9033D803-D527-4FFB-9967-51C7931DF0A3}">
      <dgm:prSet/>
      <dgm:spPr/>
      <dgm:t>
        <a:bodyPr/>
        <a:lstStyle/>
        <a:p>
          <a:pPr latinLnBrk="1"/>
          <a:endParaRPr lang="ko-KR" altLang="en-US"/>
        </a:p>
      </dgm:t>
    </dgm:pt>
    <dgm:pt modelId="{E0E8E8AB-BA46-4DF6-B8BD-5E3A20D8C5BC}">
      <dgm:prSet/>
      <dgm:spPr/>
      <dgm:t>
        <a:bodyPr/>
        <a:lstStyle/>
        <a:p>
          <a:pPr rtl="0" eaLnBrk="1" latinLnBrk="1" hangingPunct="1"/>
          <a:r>
            <a:rPr lang="en-US"/>
            <a:t>Linear Programming</a:t>
          </a:r>
          <a:endParaRPr lang="ko-KR"/>
        </a:p>
      </dgm:t>
    </dgm:pt>
    <dgm:pt modelId="{E2A61E3A-FFAA-436A-BFCD-696B8AC4061B}" type="parTrans" cxnId="{17E6E032-40EA-4220-8A0D-F83A6509DDC4}">
      <dgm:prSet/>
      <dgm:spPr/>
      <dgm:t>
        <a:bodyPr/>
        <a:lstStyle/>
        <a:p>
          <a:pPr latinLnBrk="1"/>
          <a:endParaRPr lang="ko-KR" altLang="en-US"/>
        </a:p>
      </dgm:t>
    </dgm:pt>
    <dgm:pt modelId="{7F3CEB4D-29E6-4D1D-8A57-20CBD9C9217B}" type="sibTrans" cxnId="{17E6E032-40EA-4220-8A0D-F83A6509DDC4}">
      <dgm:prSet/>
      <dgm:spPr/>
      <dgm:t>
        <a:bodyPr/>
        <a:lstStyle/>
        <a:p>
          <a:pPr latinLnBrk="1"/>
          <a:endParaRPr lang="ko-KR" altLang="en-US"/>
        </a:p>
      </dgm:t>
    </dgm:pt>
    <dgm:pt modelId="{1F045C0E-0F36-4BAE-8FBD-002FB8D5FDFF}">
      <dgm:prSet/>
      <dgm:spPr/>
      <dgm:t>
        <a:bodyPr/>
        <a:lstStyle/>
        <a:p>
          <a:pPr rtl="0" eaLnBrk="1" latinLnBrk="1" hangingPunct="1"/>
          <a:r>
            <a:rPr lang="en-US"/>
            <a:t>P, NP, NP-complete</a:t>
          </a:r>
          <a:endParaRPr lang="ko-KR"/>
        </a:p>
      </dgm:t>
    </dgm:pt>
    <dgm:pt modelId="{B0CCDD04-900B-4445-B3D4-F37EF5971DD3}" type="parTrans" cxnId="{3B630472-3BC1-4B1E-ABBD-1FB8475CC382}">
      <dgm:prSet/>
      <dgm:spPr/>
      <dgm:t>
        <a:bodyPr/>
        <a:lstStyle/>
        <a:p>
          <a:pPr latinLnBrk="1"/>
          <a:endParaRPr lang="ko-KR" altLang="en-US"/>
        </a:p>
      </dgm:t>
    </dgm:pt>
    <dgm:pt modelId="{FD3C3549-51B7-4D92-A0ED-F49EF707A3EA}" type="sibTrans" cxnId="{3B630472-3BC1-4B1E-ABBD-1FB8475CC382}">
      <dgm:prSet/>
      <dgm:spPr/>
      <dgm:t>
        <a:bodyPr/>
        <a:lstStyle/>
        <a:p>
          <a:pPr latinLnBrk="1"/>
          <a:endParaRPr lang="ko-KR" altLang="en-US"/>
        </a:p>
      </dgm:t>
    </dgm:pt>
    <dgm:pt modelId="{194D6B17-4220-44E2-99BB-B4FA10803C5C}">
      <dgm:prSet/>
      <dgm:spPr/>
      <dgm:t>
        <a:bodyPr/>
        <a:lstStyle/>
        <a:p>
          <a:pPr rtl="0" eaLnBrk="1" latinLnBrk="1" hangingPunct="1"/>
          <a:r>
            <a:rPr lang="en-US"/>
            <a:t>Coping with NP-completeness</a:t>
          </a:r>
          <a:endParaRPr lang="ko-KR"/>
        </a:p>
      </dgm:t>
    </dgm:pt>
    <dgm:pt modelId="{885D167D-113B-4D4B-B5F3-CE33F30A7BD2}" type="parTrans" cxnId="{6AAAB49C-8D37-41FF-BA48-FC00125CFAF8}">
      <dgm:prSet/>
      <dgm:spPr/>
      <dgm:t>
        <a:bodyPr/>
        <a:lstStyle/>
        <a:p>
          <a:pPr latinLnBrk="1"/>
          <a:endParaRPr lang="ko-KR" altLang="en-US"/>
        </a:p>
      </dgm:t>
    </dgm:pt>
    <dgm:pt modelId="{2E9725F1-9095-462A-86A7-A8DBE94C27E9}" type="sibTrans" cxnId="{6AAAB49C-8D37-41FF-BA48-FC00125CFAF8}">
      <dgm:prSet/>
      <dgm:spPr/>
      <dgm:t>
        <a:bodyPr/>
        <a:lstStyle/>
        <a:p>
          <a:pPr latinLnBrk="1"/>
          <a:endParaRPr lang="ko-KR" altLang="en-US"/>
        </a:p>
      </dgm:t>
    </dgm:pt>
    <dgm:pt modelId="{4C5DC1BB-B740-40B4-9173-7749B7F83EB0}" type="pres">
      <dgm:prSet presAssocID="{B870A9D6-1CBA-4C82-AEB9-136874785BF7}" presName="outerComposite" presStyleCnt="0">
        <dgm:presLayoutVars>
          <dgm:chMax val="5"/>
          <dgm:dir/>
          <dgm:resizeHandles val="exact"/>
        </dgm:presLayoutVars>
      </dgm:prSet>
      <dgm:spPr/>
    </dgm:pt>
    <dgm:pt modelId="{6E38B159-7732-4586-B7AA-168ECE767E97}" type="pres">
      <dgm:prSet presAssocID="{B870A9D6-1CBA-4C82-AEB9-136874785BF7}" presName="dummyMaxCanvas" presStyleCnt="0">
        <dgm:presLayoutVars/>
      </dgm:prSet>
      <dgm:spPr/>
    </dgm:pt>
    <dgm:pt modelId="{EB25F064-85DA-4650-8BF7-2E6B8709597C}" type="pres">
      <dgm:prSet presAssocID="{B870A9D6-1CBA-4C82-AEB9-136874785BF7}" presName="FourNodes_1" presStyleLbl="node1" presStyleIdx="0" presStyleCnt="4">
        <dgm:presLayoutVars>
          <dgm:bulletEnabled val="1"/>
        </dgm:presLayoutVars>
      </dgm:prSet>
      <dgm:spPr/>
    </dgm:pt>
    <dgm:pt modelId="{2CB8AF54-919D-4623-81BC-10B08F20F934}" type="pres">
      <dgm:prSet presAssocID="{B870A9D6-1CBA-4C82-AEB9-136874785BF7}" presName="FourNodes_2" presStyleLbl="node1" presStyleIdx="1" presStyleCnt="4">
        <dgm:presLayoutVars>
          <dgm:bulletEnabled val="1"/>
        </dgm:presLayoutVars>
      </dgm:prSet>
      <dgm:spPr/>
    </dgm:pt>
    <dgm:pt modelId="{1F4AA7FA-EE67-4C22-A8E9-EFCB89C33F28}" type="pres">
      <dgm:prSet presAssocID="{B870A9D6-1CBA-4C82-AEB9-136874785BF7}" presName="FourNodes_3" presStyleLbl="node1" presStyleIdx="2" presStyleCnt="4">
        <dgm:presLayoutVars>
          <dgm:bulletEnabled val="1"/>
        </dgm:presLayoutVars>
      </dgm:prSet>
      <dgm:spPr/>
    </dgm:pt>
    <dgm:pt modelId="{268F52B5-008B-4CFD-AAF7-C5C606E72146}" type="pres">
      <dgm:prSet presAssocID="{B870A9D6-1CBA-4C82-AEB9-136874785BF7}" presName="FourNodes_4" presStyleLbl="node1" presStyleIdx="3" presStyleCnt="4">
        <dgm:presLayoutVars>
          <dgm:bulletEnabled val="1"/>
        </dgm:presLayoutVars>
      </dgm:prSet>
      <dgm:spPr/>
    </dgm:pt>
    <dgm:pt modelId="{722293F0-A9ED-48D4-A021-B0CA7174FE56}" type="pres">
      <dgm:prSet presAssocID="{B870A9D6-1CBA-4C82-AEB9-136874785BF7}" presName="FourConn_1-2" presStyleLbl="fgAccFollowNode1" presStyleIdx="0" presStyleCnt="3">
        <dgm:presLayoutVars>
          <dgm:bulletEnabled val="1"/>
        </dgm:presLayoutVars>
      </dgm:prSet>
      <dgm:spPr/>
    </dgm:pt>
    <dgm:pt modelId="{98255E50-6A4D-4AE4-BF18-2E39393CD22F}" type="pres">
      <dgm:prSet presAssocID="{B870A9D6-1CBA-4C82-AEB9-136874785BF7}" presName="FourConn_2-3" presStyleLbl="fgAccFollowNode1" presStyleIdx="1" presStyleCnt="3">
        <dgm:presLayoutVars>
          <dgm:bulletEnabled val="1"/>
        </dgm:presLayoutVars>
      </dgm:prSet>
      <dgm:spPr/>
    </dgm:pt>
    <dgm:pt modelId="{558CC824-7041-427C-8633-1E5468E886E4}" type="pres">
      <dgm:prSet presAssocID="{B870A9D6-1CBA-4C82-AEB9-136874785BF7}" presName="FourConn_3-4" presStyleLbl="fgAccFollowNode1" presStyleIdx="2" presStyleCnt="3">
        <dgm:presLayoutVars>
          <dgm:bulletEnabled val="1"/>
        </dgm:presLayoutVars>
      </dgm:prSet>
      <dgm:spPr/>
    </dgm:pt>
    <dgm:pt modelId="{3B7DF645-B2F6-429B-86B1-5CF9011149AC}" type="pres">
      <dgm:prSet presAssocID="{B870A9D6-1CBA-4C82-AEB9-136874785BF7}" presName="FourNodes_1_text" presStyleLbl="node1" presStyleIdx="3" presStyleCnt="4">
        <dgm:presLayoutVars>
          <dgm:bulletEnabled val="1"/>
        </dgm:presLayoutVars>
      </dgm:prSet>
      <dgm:spPr/>
    </dgm:pt>
    <dgm:pt modelId="{AE972E36-8FF7-4425-81F9-278392844039}" type="pres">
      <dgm:prSet presAssocID="{B870A9D6-1CBA-4C82-AEB9-136874785BF7}" presName="FourNodes_2_text" presStyleLbl="node1" presStyleIdx="3" presStyleCnt="4">
        <dgm:presLayoutVars>
          <dgm:bulletEnabled val="1"/>
        </dgm:presLayoutVars>
      </dgm:prSet>
      <dgm:spPr/>
    </dgm:pt>
    <dgm:pt modelId="{5368C9CE-E28D-4292-9CB0-79B586079931}" type="pres">
      <dgm:prSet presAssocID="{B870A9D6-1CBA-4C82-AEB9-136874785BF7}" presName="FourNodes_3_text" presStyleLbl="node1" presStyleIdx="3" presStyleCnt="4">
        <dgm:presLayoutVars>
          <dgm:bulletEnabled val="1"/>
        </dgm:presLayoutVars>
      </dgm:prSet>
      <dgm:spPr/>
    </dgm:pt>
    <dgm:pt modelId="{E4F2491A-D92A-475E-9F12-F9A964706B87}" type="pres">
      <dgm:prSet presAssocID="{B870A9D6-1CBA-4C82-AEB9-136874785BF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C983409-6CD8-4C98-9475-7913EB6E33E3}" type="presOf" srcId="{1F045C0E-0F36-4BAE-8FBD-002FB8D5FDFF}" destId="{1F4AA7FA-EE67-4C22-A8E9-EFCB89C33F28}" srcOrd="0" destOrd="0" presId="urn:microsoft.com/office/officeart/2005/8/layout/vProcess5"/>
    <dgm:cxn modelId="{AEF1FE81-DC7E-4BB2-892D-0D595500AE31}" type="presOf" srcId="{194D6B17-4220-44E2-99BB-B4FA10803C5C}" destId="{E4F2491A-D92A-475E-9F12-F9A964706B87}" srcOrd="1" destOrd="0" presId="urn:microsoft.com/office/officeart/2005/8/layout/vProcess5"/>
    <dgm:cxn modelId="{345F4D1C-9D16-4808-A8A2-E0FF99DD96B9}" type="presOf" srcId="{E0E8E8AB-BA46-4DF6-B8BD-5E3A20D8C5BC}" destId="{AE972E36-8FF7-4425-81F9-278392844039}" srcOrd="1" destOrd="0" presId="urn:microsoft.com/office/officeart/2005/8/layout/vProcess5"/>
    <dgm:cxn modelId="{F764F2E0-B994-48DC-B63A-7863A35990E5}" type="presOf" srcId="{194D6B17-4220-44E2-99BB-B4FA10803C5C}" destId="{268F52B5-008B-4CFD-AAF7-C5C606E72146}" srcOrd="0" destOrd="0" presId="urn:microsoft.com/office/officeart/2005/8/layout/vProcess5"/>
    <dgm:cxn modelId="{F09B016F-6102-4A1F-96D3-72A0590893E4}" type="presOf" srcId="{E0E8E8AB-BA46-4DF6-B8BD-5E3A20D8C5BC}" destId="{2CB8AF54-919D-4623-81BC-10B08F20F934}" srcOrd="0" destOrd="0" presId="urn:microsoft.com/office/officeart/2005/8/layout/vProcess5"/>
    <dgm:cxn modelId="{6AAAB49C-8D37-41FF-BA48-FC00125CFAF8}" srcId="{B870A9D6-1CBA-4C82-AEB9-136874785BF7}" destId="{194D6B17-4220-44E2-99BB-B4FA10803C5C}" srcOrd="3" destOrd="0" parTransId="{885D167D-113B-4D4B-B5F3-CE33F30A7BD2}" sibTransId="{2E9725F1-9095-462A-86A7-A8DBE94C27E9}"/>
    <dgm:cxn modelId="{830DE88F-FC1C-4101-B10D-7213E200FDB6}" type="presOf" srcId="{7F3CEB4D-29E6-4D1D-8A57-20CBD9C9217B}" destId="{98255E50-6A4D-4AE4-BF18-2E39393CD22F}" srcOrd="0" destOrd="0" presId="urn:microsoft.com/office/officeart/2005/8/layout/vProcess5"/>
    <dgm:cxn modelId="{83722BDD-5956-47AD-A30E-356D0C1AFC43}" type="presOf" srcId="{FD3C3549-51B7-4D92-A0ED-F49EF707A3EA}" destId="{558CC824-7041-427C-8633-1E5468E886E4}" srcOrd="0" destOrd="0" presId="urn:microsoft.com/office/officeart/2005/8/layout/vProcess5"/>
    <dgm:cxn modelId="{CDCD2CEC-7B42-43D9-9D3D-CBB1397713CA}" type="presOf" srcId="{8D53316C-C840-418E-9975-00B96ABF25AD}" destId="{EB25F064-85DA-4650-8BF7-2E6B8709597C}" srcOrd="0" destOrd="0" presId="urn:microsoft.com/office/officeart/2005/8/layout/vProcess5"/>
    <dgm:cxn modelId="{5E93F722-4108-4756-A9B4-11C260590190}" type="presOf" srcId="{10E3BE6A-7CE4-4CB7-8EBA-F2DA70F59E2D}" destId="{722293F0-A9ED-48D4-A021-B0CA7174FE56}" srcOrd="0" destOrd="0" presId="urn:microsoft.com/office/officeart/2005/8/layout/vProcess5"/>
    <dgm:cxn modelId="{3B630472-3BC1-4B1E-ABBD-1FB8475CC382}" srcId="{B870A9D6-1CBA-4C82-AEB9-136874785BF7}" destId="{1F045C0E-0F36-4BAE-8FBD-002FB8D5FDFF}" srcOrd="2" destOrd="0" parTransId="{B0CCDD04-900B-4445-B3D4-F37EF5971DD3}" sibTransId="{FD3C3549-51B7-4D92-A0ED-F49EF707A3EA}"/>
    <dgm:cxn modelId="{ABF1AD5E-C6FF-4037-991D-7CA7BB185145}" type="presOf" srcId="{B870A9D6-1CBA-4C82-AEB9-136874785BF7}" destId="{4C5DC1BB-B740-40B4-9173-7749B7F83EB0}" srcOrd="0" destOrd="0" presId="urn:microsoft.com/office/officeart/2005/8/layout/vProcess5"/>
    <dgm:cxn modelId="{4A020AF9-66C6-4DE5-AF27-379FF72667EC}" type="presOf" srcId="{8D53316C-C840-418E-9975-00B96ABF25AD}" destId="{3B7DF645-B2F6-429B-86B1-5CF9011149AC}" srcOrd="1" destOrd="0" presId="urn:microsoft.com/office/officeart/2005/8/layout/vProcess5"/>
    <dgm:cxn modelId="{70AE1FA5-D54A-4499-A1CC-3A16964AFA27}" type="presOf" srcId="{1F045C0E-0F36-4BAE-8FBD-002FB8D5FDFF}" destId="{5368C9CE-E28D-4292-9CB0-79B586079931}" srcOrd="1" destOrd="0" presId="urn:microsoft.com/office/officeart/2005/8/layout/vProcess5"/>
    <dgm:cxn modelId="{17E6E032-40EA-4220-8A0D-F83A6509DDC4}" srcId="{B870A9D6-1CBA-4C82-AEB9-136874785BF7}" destId="{E0E8E8AB-BA46-4DF6-B8BD-5E3A20D8C5BC}" srcOrd="1" destOrd="0" parTransId="{E2A61E3A-FFAA-436A-BFCD-696B8AC4061B}" sibTransId="{7F3CEB4D-29E6-4D1D-8A57-20CBD9C9217B}"/>
    <dgm:cxn modelId="{9033D803-D527-4FFB-9967-51C7931DF0A3}" srcId="{B870A9D6-1CBA-4C82-AEB9-136874785BF7}" destId="{8D53316C-C840-418E-9975-00B96ABF25AD}" srcOrd="0" destOrd="0" parTransId="{0B05D891-12EF-4752-B0D4-318BD1775344}" sibTransId="{10E3BE6A-7CE4-4CB7-8EBA-F2DA70F59E2D}"/>
    <dgm:cxn modelId="{6B1B3C3E-D6B3-471E-8946-234C0D64BEBE}" type="presParOf" srcId="{4C5DC1BB-B740-40B4-9173-7749B7F83EB0}" destId="{6E38B159-7732-4586-B7AA-168ECE767E97}" srcOrd="0" destOrd="0" presId="urn:microsoft.com/office/officeart/2005/8/layout/vProcess5"/>
    <dgm:cxn modelId="{1A12126D-A294-4AAD-99AC-35C6522A5580}" type="presParOf" srcId="{4C5DC1BB-B740-40B4-9173-7749B7F83EB0}" destId="{EB25F064-85DA-4650-8BF7-2E6B8709597C}" srcOrd="1" destOrd="0" presId="urn:microsoft.com/office/officeart/2005/8/layout/vProcess5"/>
    <dgm:cxn modelId="{B9C6364D-C2EA-4555-9D48-C6E84AF1E03D}" type="presParOf" srcId="{4C5DC1BB-B740-40B4-9173-7749B7F83EB0}" destId="{2CB8AF54-919D-4623-81BC-10B08F20F934}" srcOrd="2" destOrd="0" presId="urn:microsoft.com/office/officeart/2005/8/layout/vProcess5"/>
    <dgm:cxn modelId="{539227D2-1602-4990-80C4-6A32E6597FAD}" type="presParOf" srcId="{4C5DC1BB-B740-40B4-9173-7749B7F83EB0}" destId="{1F4AA7FA-EE67-4C22-A8E9-EFCB89C33F28}" srcOrd="3" destOrd="0" presId="urn:microsoft.com/office/officeart/2005/8/layout/vProcess5"/>
    <dgm:cxn modelId="{941B057C-0EC4-4DA8-8441-37FBC7C5C1A0}" type="presParOf" srcId="{4C5DC1BB-B740-40B4-9173-7749B7F83EB0}" destId="{268F52B5-008B-4CFD-AAF7-C5C606E72146}" srcOrd="4" destOrd="0" presId="urn:microsoft.com/office/officeart/2005/8/layout/vProcess5"/>
    <dgm:cxn modelId="{533FDF37-6E24-4AC5-8AAB-4D0B12B3740A}" type="presParOf" srcId="{4C5DC1BB-B740-40B4-9173-7749B7F83EB0}" destId="{722293F0-A9ED-48D4-A021-B0CA7174FE56}" srcOrd="5" destOrd="0" presId="urn:microsoft.com/office/officeart/2005/8/layout/vProcess5"/>
    <dgm:cxn modelId="{7D75BC5C-4A1C-4820-976C-8D740AA32C2D}" type="presParOf" srcId="{4C5DC1BB-B740-40B4-9173-7749B7F83EB0}" destId="{98255E50-6A4D-4AE4-BF18-2E39393CD22F}" srcOrd="6" destOrd="0" presId="urn:microsoft.com/office/officeart/2005/8/layout/vProcess5"/>
    <dgm:cxn modelId="{CCB19137-538F-4DA9-A6DE-5A637E4AEB6B}" type="presParOf" srcId="{4C5DC1BB-B740-40B4-9173-7749B7F83EB0}" destId="{558CC824-7041-427C-8633-1E5468E886E4}" srcOrd="7" destOrd="0" presId="urn:microsoft.com/office/officeart/2005/8/layout/vProcess5"/>
    <dgm:cxn modelId="{47ABFC4E-4D86-47EA-8B08-CD8EF3723CE9}" type="presParOf" srcId="{4C5DC1BB-B740-40B4-9173-7749B7F83EB0}" destId="{3B7DF645-B2F6-429B-86B1-5CF9011149AC}" srcOrd="8" destOrd="0" presId="urn:microsoft.com/office/officeart/2005/8/layout/vProcess5"/>
    <dgm:cxn modelId="{D7C9E78E-55CB-4F96-B62E-B653299A77E4}" type="presParOf" srcId="{4C5DC1BB-B740-40B4-9173-7749B7F83EB0}" destId="{AE972E36-8FF7-4425-81F9-278392844039}" srcOrd="9" destOrd="0" presId="urn:microsoft.com/office/officeart/2005/8/layout/vProcess5"/>
    <dgm:cxn modelId="{DC94937F-1C7C-4B92-8E76-CAFF5B21E9D5}" type="presParOf" srcId="{4C5DC1BB-B740-40B4-9173-7749B7F83EB0}" destId="{5368C9CE-E28D-4292-9CB0-79B586079931}" srcOrd="10" destOrd="0" presId="urn:microsoft.com/office/officeart/2005/8/layout/vProcess5"/>
    <dgm:cxn modelId="{903148D7-A95A-419C-A5D0-0A3632F6F908}" type="presParOf" srcId="{4C5DC1BB-B740-40B4-9173-7749B7F83EB0}" destId="{E4F2491A-D92A-475E-9F12-F9A964706B8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C2A0B4-A992-430D-AB54-21D93DDAE21B}" type="doc">
      <dgm:prSet loTypeId="urn:microsoft.com/office/officeart/2005/8/layout/equation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24DEA3AB-0B94-462E-A3FB-83A1915F7A95}">
      <dgm:prSet/>
      <dgm:spPr/>
      <dgm:t>
        <a:bodyPr/>
        <a:lstStyle/>
        <a:p>
          <a:pPr rtl="0" eaLnBrk="1" latinLnBrk="1" hangingPunct="1">
            <a:buClr>
              <a:schemeClr val="accent1"/>
            </a:buClr>
            <a:buSzPct val="100000"/>
            <a:buFont typeface="+mj-lt"/>
            <a:buAutoNum type="arabicPeriod"/>
          </a:pPr>
          <a:r>
            <a:rPr lang="ko-KR" dirty="0"/>
            <a:t>직관적 이</a:t>
          </a:r>
          <a:r>
            <a:rPr lang="ko-KR" altLang="en-US" dirty="0"/>
            <a:t>해</a:t>
          </a:r>
          <a:endParaRPr lang="ko-KR" dirty="0"/>
        </a:p>
      </dgm:t>
    </dgm:pt>
    <dgm:pt modelId="{4D462B3E-50FC-4AE8-AEAF-45CEE6B21990}" type="parTrans" cxnId="{1D744A6B-B1D2-4F90-B20E-A27B7E231425}">
      <dgm:prSet/>
      <dgm:spPr/>
      <dgm:t>
        <a:bodyPr/>
        <a:lstStyle/>
        <a:p>
          <a:pPr latinLnBrk="1"/>
          <a:endParaRPr lang="ko-KR" altLang="en-US"/>
        </a:p>
      </dgm:t>
    </dgm:pt>
    <dgm:pt modelId="{0B0CAF97-C80E-41F0-89A6-EF708FEFA03B}" type="sibTrans" cxnId="{1D744A6B-B1D2-4F90-B20E-A27B7E231425}">
      <dgm:prSet/>
      <dgm:spPr/>
      <dgm:t>
        <a:bodyPr/>
        <a:lstStyle/>
        <a:p>
          <a:pPr latinLnBrk="1"/>
          <a:endParaRPr lang="ko-KR" altLang="en-US"/>
        </a:p>
      </dgm:t>
    </dgm:pt>
    <dgm:pt modelId="{A5F3AE9F-1AC6-4D00-A669-5CBB9A6103C6}">
      <dgm:prSet/>
      <dgm:spPr/>
      <dgm:t>
        <a:bodyPr/>
        <a:lstStyle/>
        <a:p>
          <a:pPr rtl="0" eaLnBrk="1" latinLnBrk="1" hangingPunct="1"/>
          <a:r>
            <a:rPr lang="ko-KR"/>
            <a:t>수학적 증명</a:t>
          </a:r>
        </a:p>
      </dgm:t>
    </dgm:pt>
    <dgm:pt modelId="{CF1BBD56-3A05-4421-BEAD-4DAECADE99D7}" type="parTrans" cxnId="{5A964A66-6A6A-448B-8593-0B4DC0D186EB}">
      <dgm:prSet/>
      <dgm:spPr/>
      <dgm:t>
        <a:bodyPr/>
        <a:lstStyle/>
        <a:p>
          <a:pPr latinLnBrk="1"/>
          <a:endParaRPr lang="ko-KR" altLang="en-US"/>
        </a:p>
      </dgm:t>
    </dgm:pt>
    <dgm:pt modelId="{C5F165D4-D69C-4695-8340-FCFD7992A193}" type="sibTrans" cxnId="{5A964A66-6A6A-448B-8593-0B4DC0D186EB}">
      <dgm:prSet/>
      <dgm:spPr/>
      <dgm:t>
        <a:bodyPr/>
        <a:lstStyle/>
        <a:p>
          <a:pPr latinLnBrk="1"/>
          <a:endParaRPr lang="ko-KR" altLang="en-US"/>
        </a:p>
      </dgm:t>
    </dgm:pt>
    <dgm:pt modelId="{68B5ED07-3878-4C3A-BFEE-BF6B66840B84}">
      <dgm:prSet/>
      <dgm:spPr/>
      <dgm:t>
        <a:bodyPr/>
        <a:lstStyle/>
        <a:p>
          <a:pPr rtl="0" eaLnBrk="1" latinLnBrk="1" hangingPunct="1"/>
          <a:r>
            <a:rPr lang="ko-KR" dirty="0"/>
            <a:t>시간 </a:t>
          </a:r>
          <a:r>
            <a:rPr lang="en-US" altLang="ko-KR" dirty="0"/>
            <a:t>   </a:t>
          </a:r>
          <a:r>
            <a:rPr lang="ko-KR" dirty="0"/>
            <a:t>복잡도</a:t>
          </a:r>
        </a:p>
      </dgm:t>
    </dgm:pt>
    <dgm:pt modelId="{D51147BB-3F5F-4FE2-85C2-FFBC258EDC0E}" type="parTrans" cxnId="{5D0F867A-43F3-4E83-9747-9EABAB63A254}">
      <dgm:prSet/>
      <dgm:spPr/>
      <dgm:t>
        <a:bodyPr/>
        <a:lstStyle/>
        <a:p>
          <a:pPr latinLnBrk="1"/>
          <a:endParaRPr lang="ko-KR" altLang="en-US"/>
        </a:p>
      </dgm:t>
    </dgm:pt>
    <dgm:pt modelId="{9187D44A-D210-45B6-B2E8-006445F012EA}" type="sibTrans" cxnId="{5D0F867A-43F3-4E83-9747-9EABAB63A254}">
      <dgm:prSet/>
      <dgm:spPr/>
      <dgm:t>
        <a:bodyPr/>
        <a:lstStyle/>
        <a:p>
          <a:pPr latinLnBrk="1"/>
          <a:endParaRPr lang="ko-KR" altLang="en-US"/>
        </a:p>
      </dgm:t>
    </dgm:pt>
    <dgm:pt modelId="{7C6FA189-D9BD-426A-9EEC-8BE77F50DC78}">
      <dgm:prSet/>
      <dgm:spPr/>
      <dgm:t>
        <a:bodyPr/>
        <a:lstStyle/>
        <a:p>
          <a:pPr rtl="0" eaLnBrk="1" latinLnBrk="1" hangingPunct="1"/>
          <a:r>
            <a:rPr lang="ko-KR" altLang="en-US" dirty="0"/>
            <a:t>이론적 정복</a:t>
          </a:r>
          <a:endParaRPr lang="ko-KR" dirty="0"/>
        </a:p>
      </dgm:t>
    </dgm:pt>
    <dgm:pt modelId="{B1058578-0443-4852-88E4-9E066636E42B}" type="parTrans" cxnId="{41DA4597-3CB6-4EF7-9E98-C0B7FD8F9420}">
      <dgm:prSet/>
      <dgm:spPr/>
      <dgm:t>
        <a:bodyPr/>
        <a:lstStyle/>
        <a:p>
          <a:pPr latinLnBrk="1"/>
          <a:endParaRPr lang="ko-KR" altLang="en-US"/>
        </a:p>
      </dgm:t>
    </dgm:pt>
    <dgm:pt modelId="{8353C28B-7C3F-4623-AA28-F1BCAABEF83F}" type="sibTrans" cxnId="{41DA4597-3CB6-4EF7-9E98-C0B7FD8F9420}">
      <dgm:prSet/>
      <dgm:spPr/>
      <dgm:t>
        <a:bodyPr/>
        <a:lstStyle/>
        <a:p>
          <a:pPr latinLnBrk="1"/>
          <a:endParaRPr lang="ko-KR" altLang="en-US"/>
        </a:p>
      </dgm:t>
    </dgm:pt>
    <dgm:pt modelId="{5A0ABF78-20E1-43AF-8900-3640F2498E4C}" type="pres">
      <dgm:prSet presAssocID="{71C2A0B4-A992-430D-AB54-21D93DDAE21B}" presName="linearFlow" presStyleCnt="0">
        <dgm:presLayoutVars>
          <dgm:dir/>
          <dgm:resizeHandles val="exact"/>
        </dgm:presLayoutVars>
      </dgm:prSet>
      <dgm:spPr/>
    </dgm:pt>
    <dgm:pt modelId="{85FE6301-0680-4BE5-9B9C-4F383C37BA0C}" type="pres">
      <dgm:prSet presAssocID="{24DEA3AB-0B94-462E-A3FB-83A1915F7A95}" presName="node" presStyleLbl="node1" presStyleIdx="0" presStyleCnt="4">
        <dgm:presLayoutVars>
          <dgm:bulletEnabled val="1"/>
        </dgm:presLayoutVars>
      </dgm:prSet>
      <dgm:spPr/>
    </dgm:pt>
    <dgm:pt modelId="{CE71B053-B72E-448B-927B-FA4FDC5EACBB}" type="pres">
      <dgm:prSet presAssocID="{0B0CAF97-C80E-41F0-89A6-EF708FEFA03B}" presName="spacerL" presStyleCnt="0"/>
      <dgm:spPr/>
    </dgm:pt>
    <dgm:pt modelId="{DFC9BCB0-114E-4301-93E7-A17D87D9B0C2}" type="pres">
      <dgm:prSet presAssocID="{0B0CAF97-C80E-41F0-89A6-EF708FEFA03B}" presName="sibTrans" presStyleLbl="sibTrans2D1" presStyleIdx="0" presStyleCnt="3"/>
      <dgm:spPr/>
    </dgm:pt>
    <dgm:pt modelId="{43580E00-AE01-4B24-BAB2-746585B9D99C}" type="pres">
      <dgm:prSet presAssocID="{0B0CAF97-C80E-41F0-89A6-EF708FEFA03B}" presName="spacerR" presStyleCnt="0"/>
      <dgm:spPr/>
    </dgm:pt>
    <dgm:pt modelId="{0FD703D0-C637-4EFB-8E55-AF63152E79E4}" type="pres">
      <dgm:prSet presAssocID="{A5F3AE9F-1AC6-4D00-A669-5CBB9A6103C6}" presName="node" presStyleLbl="node1" presStyleIdx="1" presStyleCnt="4">
        <dgm:presLayoutVars>
          <dgm:bulletEnabled val="1"/>
        </dgm:presLayoutVars>
      </dgm:prSet>
      <dgm:spPr/>
    </dgm:pt>
    <dgm:pt modelId="{EBDDFD8D-A500-48DA-B1A3-7320442B84E2}" type="pres">
      <dgm:prSet presAssocID="{C5F165D4-D69C-4695-8340-FCFD7992A193}" presName="spacerL" presStyleCnt="0"/>
      <dgm:spPr/>
    </dgm:pt>
    <dgm:pt modelId="{E790DF04-1F25-41C7-9F5B-1FB9F91CB2B8}" type="pres">
      <dgm:prSet presAssocID="{C5F165D4-D69C-4695-8340-FCFD7992A193}" presName="sibTrans" presStyleLbl="sibTrans2D1" presStyleIdx="1" presStyleCnt="3"/>
      <dgm:spPr/>
    </dgm:pt>
    <dgm:pt modelId="{FCCCAF11-DDFE-4070-93ED-037B1C713FCB}" type="pres">
      <dgm:prSet presAssocID="{C5F165D4-D69C-4695-8340-FCFD7992A193}" presName="spacerR" presStyleCnt="0"/>
      <dgm:spPr/>
    </dgm:pt>
    <dgm:pt modelId="{548EFD1C-E4F3-4059-BC2D-DFEAC4BC58C4}" type="pres">
      <dgm:prSet presAssocID="{68B5ED07-3878-4C3A-BFEE-BF6B66840B84}" presName="node" presStyleLbl="node1" presStyleIdx="2" presStyleCnt="4">
        <dgm:presLayoutVars>
          <dgm:bulletEnabled val="1"/>
        </dgm:presLayoutVars>
      </dgm:prSet>
      <dgm:spPr/>
    </dgm:pt>
    <dgm:pt modelId="{5ADFB4B3-3339-4DE3-BAA6-7CAE94D71B29}" type="pres">
      <dgm:prSet presAssocID="{9187D44A-D210-45B6-B2E8-006445F012EA}" presName="spacerL" presStyleCnt="0"/>
      <dgm:spPr/>
    </dgm:pt>
    <dgm:pt modelId="{25ED26CD-B5EA-488F-A5DB-0739E42AD2FC}" type="pres">
      <dgm:prSet presAssocID="{9187D44A-D210-45B6-B2E8-006445F012EA}" presName="sibTrans" presStyleLbl="sibTrans2D1" presStyleIdx="2" presStyleCnt="3"/>
      <dgm:spPr/>
    </dgm:pt>
    <dgm:pt modelId="{F92DB508-FA91-44E9-9434-E4F7F809284C}" type="pres">
      <dgm:prSet presAssocID="{9187D44A-D210-45B6-B2E8-006445F012EA}" presName="spacerR" presStyleCnt="0"/>
      <dgm:spPr/>
    </dgm:pt>
    <dgm:pt modelId="{5B8453E5-8C5D-448E-A1DA-822589B069FB}" type="pres">
      <dgm:prSet presAssocID="{7C6FA189-D9BD-426A-9EEC-8BE77F50DC78}" presName="node" presStyleLbl="node1" presStyleIdx="3" presStyleCnt="4">
        <dgm:presLayoutVars>
          <dgm:bulletEnabled val="1"/>
        </dgm:presLayoutVars>
      </dgm:prSet>
      <dgm:spPr/>
    </dgm:pt>
  </dgm:ptLst>
  <dgm:cxnLst>
    <dgm:cxn modelId="{5A964A66-6A6A-448B-8593-0B4DC0D186EB}" srcId="{71C2A0B4-A992-430D-AB54-21D93DDAE21B}" destId="{A5F3AE9F-1AC6-4D00-A669-5CBB9A6103C6}" srcOrd="1" destOrd="0" parTransId="{CF1BBD56-3A05-4421-BEAD-4DAECADE99D7}" sibTransId="{C5F165D4-D69C-4695-8340-FCFD7992A193}"/>
    <dgm:cxn modelId="{386C6B1A-3536-47F4-9E03-E28BEF05FB66}" type="presOf" srcId="{7C6FA189-D9BD-426A-9EEC-8BE77F50DC78}" destId="{5B8453E5-8C5D-448E-A1DA-822589B069FB}" srcOrd="0" destOrd="0" presId="urn:microsoft.com/office/officeart/2005/8/layout/equation1"/>
    <dgm:cxn modelId="{0F0F941A-60F4-45A0-BAFB-05BEF00F946A}" type="presOf" srcId="{A5F3AE9F-1AC6-4D00-A669-5CBB9A6103C6}" destId="{0FD703D0-C637-4EFB-8E55-AF63152E79E4}" srcOrd="0" destOrd="0" presId="urn:microsoft.com/office/officeart/2005/8/layout/equation1"/>
    <dgm:cxn modelId="{5EE70010-2483-405D-B9BF-E6DDA18431B3}" type="presOf" srcId="{C5F165D4-D69C-4695-8340-FCFD7992A193}" destId="{E790DF04-1F25-41C7-9F5B-1FB9F91CB2B8}" srcOrd="0" destOrd="0" presId="urn:microsoft.com/office/officeart/2005/8/layout/equation1"/>
    <dgm:cxn modelId="{1D744A6B-B1D2-4F90-B20E-A27B7E231425}" srcId="{71C2A0B4-A992-430D-AB54-21D93DDAE21B}" destId="{24DEA3AB-0B94-462E-A3FB-83A1915F7A95}" srcOrd="0" destOrd="0" parTransId="{4D462B3E-50FC-4AE8-AEAF-45CEE6B21990}" sibTransId="{0B0CAF97-C80E-41F0-89A6-EF708FEFA03B}"/>
    <dgm:cxn modelId="{41DA4597-3CB6-4EF7-9E98-C0B7FD8F9420}" srcId="{71C2A0B4-A992-430D-AB54-21D93DDAE21B}" destId="{7C6FA189-D9BD-426A-9EEC-8BE77F50DC78}" srcOrd="3" destOrd="0" parTransId="{B1058578-0443-4852-88E4-9E066636E42B}" sibTransId="{8353C28B-7C3F-4623-AA28-F1BCAABEF83F}"/>
    <dgm:cxn modelId="{D8F375C2-4B41-4EBE-B77C-040BDA39645F}" type="presOf" srcId="{24DEA3AB-0B94-462E-A3FB-83A1915F7A95}" destId="{85FE6301-0680-4BE5-9B9C-4F383C37BA0C}" srcOrd="0" destOrd="0" presId="urn:microsoft.com/office/officeart/2005/8/layout/equation1"/>
    <dgm:cxn modelId="{E4032C76-2F09-4FC6-AE91-912B1568079C}" type="presOf" srcId="{0B0CAF97-C80E-41F0-89A6-EF708FEFA03B}" destId="{DFC9BCB0-114E-4301-93E7-A17D87D9B0C2}" srcOrd="0" destOrd="0" presId="urn:microsoft.com/office/officeart/2005/8/layout/equation1"/>
    <dgm:cxn modelId="{F57712D3-34EA-465E-9A53-E5785E5AA1A6}" type="presOf" srcId="{68B5ED07-3878-4C3A-BFEE-BF6B66840B84}" destId="{548EFD1C-E4F3-4059-BC2D-DFEAC4BC58C4}" srcOrd="0" destOrd="0" presId="urn:microsoft.com/office/officeart/2005/8/layout/equation1"/>
    <dgm:cxn modelId="{5D0F867A-43F3-4E83-9747-9EABAB63A254}" srcId="{71C2A0B4-A992-430D-AB54-21D93DDAE21B}" destId="{68B5ED07-3878-4C3A-BFEE-BF6B66840B84}" srcOrd="2" destOrd="0" parTransId="{D51147BB-3F5F-4FE2-85C2-FFBC258EDC0E}" sibTransId="{9187D44A-D210-45B6-B2E8-006445F012EA}"/>
    <dgm:cxn modelId="{147EAC20-AA28-434F-BF60-D6AF49BCD5D6}" type="presOf" srcId="{71C2A0B4-A992-430D-AB54-21D93DDAE21B}" destId="{5A0ABF78-20E1-43AF-8900-3640F2498E4C}" srcOrd="0" destOrd="0" presId="urn:microsoft.com/office/officeart/2005/8/layout/equation1"/>
    <dgm:cxn modelId="{5E18A2F3-1A9D-498E-86B1-7F0B7F035141}" type="presOf" srcId="{9187D44A-D210-45B6-B2E8-006445F012EA}" destId="{25ED26CD-B5EA-488F-A5DB-0739E42AD2FC}" srcOrd="0" destOrd="0" presId="urn:microsoft.com/office/officeart/2005/8/layout/equation1"/>
    <dgm:cxn modelId="{5A0CE764-091F-4CC1-B8B3-01B3F1641638}" type="presParOf" srcId="{5A0ABF78-20E1-43AF-8900-3640F2498E4C}" destId="{85FE6301-0680-4BE5-9B9C-4F383C37BA0C}" srcOrd="0" destOrd="0" presId="urn:microsoft.com/office/officeart/2005/8/layout/equation1"/>
    <dgm:cxn modelId="{87813384-77DA-48F5-B19B-DE3F2708DE6E}" type="presParOf" srcId="{5A0ABF78-20E1-43AF-8900-3640F2498E4C}" destId="{CE71B053-B72E-448B-927B-FA4FDC5EACBB}" srcOrd="1" destOrd="0" presId="urn:microsoft.com/office/officeart/2005/8/layout/equation1"/>
    <dgm:cxn modelId="{09394328-5E7C-4E52-B998-6D5FCE6AF1F2}" type="presParOf" srcId="{5A0ABF78-20E1-43AF-8900-3640F2498E4C}" destId="{DFC9BCB0-114E-4301-93E7-A17D87D9B0C2}" srcOrd="2" destOrd="0" presId="urn:microsoft.com/office/officeart/2005/8/layout/equation1"/>
    <dgm:cxn modelId="{ED81CAF4-47F1-45D2-8C8F-2EFE570A0FA7}" type="presParOf" srcId="{5A0ABF78-20E1-43AF-8900-3640F2498E4C}" destId="{43580E00-AE01-4B24-BAB2-746585B9D99C}" srcOrd="3" destOrd="0" presId="urn:microsoft.com/office/officeart/2005/8/layout/equation1"/>
    <dgm:cxn modelId="{7CC25FBE-D5BD-4095-9C65-D27DCD8D068A}" type="presParOf" srcId="{5A0ABF78-20E1-43AF-8900-3640F2498E4C}" destId="{0FD703D0-C637-4EFB-8E55-AF63152E79E4}" srcOrd="4" destOrd="0" presId="urn:microsoft.com/office/officeart/2005/8/layout/equation1"/>
    <dgm:cxn modelId="{D629E20C-0E86-4E08-99F1-6B4D4D29D0E3}" type="presParOf" srcId="{5A0ABF78-20E1-43AF-8900-3640F2498E4C}" destId="{EBDDFD8D-A500-48DA-B1A3-7320442B84E2}" srcOrd="5" destOrd="0" presId="urn:microsoft.com/office/officeart/2005/8/layout/equation1"/>
    <dgm:cxn modelId="{EF352005-CE86-4CAC-9998-D8375D31DE03}" type="presParOf" srcId="{5A0ABF78-20E1-43AF-8900-3640F2498E4C}" destId="{E790DF04-1F25-41C7-9F5B-1FB9F91CB2B8}" srcOrd="6" destOrd="0" presId="urn:microsoft.com/office/officeart/2005/8/layout/equation1"/>
    <dgm:cxn modelId="{70C31749-2A45-4CA5-B458-0C694DC85714}" type="presParOf" srcId="{5A0ABF78-20E1-43AF-8900-3640F2498E4C}" destId="{FCCCAF11-DDFE-4070-93ED-037B1C713FCB}" srcOrd="7" destOrd="0" presId="urn:microsoft.com/office/officeart/2005/8/layout/equation1"/>
    <dgm:cxn modelId="{FBB9E051-1C71-4984-B933-F9310ABA30D8}" type="presParOf" srcId="{5A0ABF78-20E1-43AF-8900-3640F2498E4C}" destId="{548EFD1C-E4F3-4059-BC2D-DFEAC4BC58C4}" srcOrd="8" destOrd="0" presId="urn:microsoft.com/office/officeart/2005/8/layout/equation1"/>
    <dgm:cxn modelId="{5054405C-DA44-4939-B838-743094564C85}" type="presParOf" srcId="{5A0ABF78-20E1-43AF-8900-3640F2498E4C}" destId="{5ADFB4B3-3339-4DE3-BAA6-7CAE94D71B29}" srcOrd="9" destOrd="0" presId="urn:microsoft.com/office/officeart/2005/8/layout/equation1"/>
    <dgm:cxn modelId="{9E314572-BF82-476C-8702-CAEE293D9B7B}" type="presParOf" srcId="{5A0ABF78-20E1-43AF-8900-3640F2498E4C}" destId="{25ED26CD-B5EA-488F-A5DB-0739E42AD2FC}" srcOrd="10" destOrd="0" presId="urn:microsoft.com/office/officeart/2005/8/layout/equation1"/>
    <dgm:cxn modelId="{820D43C6-E9C1-4188-B4C6-19F8CB3C4596}" type="presParOf" srcId="{5A0ABF78-20E1-43AF-8900-3640F2498E4C}" destId="{F92DB508-FA91-44E9-9434-E4F7F809284C}" srcOrd="11" destOrd="0" presId="urn:microsoft.com/office/officeart/2005/8/layout/equation1"/>
    <dgm:cxn modelId="{3477167D-D9DD-405B-A18A-EAEED04C08EB}" type="presParOf" srcId="{5A0ABF78-20E1-43AF-8900-3640F2498E4C}" destId="{5B8453E5-8C5D-448E-A1DA-822589B069FB}" srcOrd="12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CB599F1-0688-4374-881E-216B9F2193C5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pPr latinLnBrk="1"/>
          <a:endParaRPr lang="ko-KR" altLang="en-US"/>
        </a:p>
      </dgm:t>
    </dgm:pt>
    <dgm:pt modelId="{1970CB55-4C4A-45A5-B512-BDEC5296F950}">
      <dgm:prSet/>
      <dgm:spPr/>
      <dgm:t>
        <a:bodyPr/>
        <a:lstStyle/>
        <a:p>
          <a:pPr rtl="0" eaLnBrk="1" latinLnBrk="1" hangingPunct="1"/>
          <a:r>
            <a:rPr lang="ko-KR"/>
            <a:t>이학적 특징</a:t>
          </a:r>
        </a:p>
      </dgm:t>
    </dgm:pt>
    <dgm:pt modelId="{B5865266-95DD-4FA8-B0C9-3953E782A95D}" type="parTrans" cxnId="{746E7F47-12B3-41E3-8949-AE9879EBCDFB}">
      <dgm:prSet/>
      <dgm:spPr/>
      <dgm:t>
        <a:bodyPr/>
        <a:lstStyle/>
        <a:p>
          <a:pPr latinLnBrk="1"/>
          <a:endParaRPr lang="ko-KR" altLang="en-US"/>
        </a:p>
      </dgm:t>
    </dgm:pt>
    <dgm:pt modelId="{C30E55CB-C937-40CD-B225-D4CEC1B5CE9C}" type="sibTrans" cxnId="{746E7F47-12B3-41E3-8949-AE9879EBCDFB}">
      <dgm:prSet/>
      <dgm:spPr/>
      <dgm:t>
        <a:bodyPr/>
        <a:lstStyle/>
        <a:p>
          <a:pPr latinLnBrk="1"/>
          <a:endParaRPr lang="ko-KR" altLang="en-US"/>
        </a:p>
      </dgm:t>
    </dgm:pt>
    <dgm:pt modelId="{9DD78882-6779-4BAF-9B3F-5F082F4D66FE}">
      <dgm:prSet/>
      <dgm:spPr/>
      <dgm:t>
        <a:bodyPr/>
        <a:lstStyle/>
        <a:p>
          <a:pPr rtl="0" eaLnBrk="1" latinLnBrk="1" hangingPunct="1"/>
          <a:r>
            <a:rPr lang="ko-KR"/>
            <a:t>알고리즘이 정말로 정확한가</a:t>
          </a:r>
          <a:r>
            <a:rPr lang="en-US"/>
            <a:t>? (Correctness)</a:t>
          </a:r>
          <a:endParaRPr lang="ko-KR"/>
        </a:p>
      </dgm:t>
    </dgm:pt>
    <dgm:pt modelId="{B65DAE6A-94D2-473B-A008-A4C0DD597FE3}" type="parTrans" cxnId="{BEB0015A-CC42-4E22-9790-C8F05DE7A419}">
      <dgm:prSet/>
      <dgm:spPr/>
      <dgm:t>
        <a:bodyPr/>
        <a:lstStyle/>
        <a:p>
          <a:pPr latinLnBrk="1"/>
          <a:endParaRPr lang="ko-KR" altLang="en-US"/>
        </a:p>
      </dgm:t>
    </dgm:pt>
    <dgm:pt modelId="{3984A01C-34E4-46BF-812F-F6B7C36D2285}" type="sibTrans" cxnId="{BEB0015A-CC42-4E22-9790-C8F05DE7A419}">
      <dgm:prSet/>
      <dgm:spPr/>
      <dgm:t>
        <a:bodyPr/>
        <a:lstStyle/>
        <a:p>
          <a:pPr latinLnBrk="1"/>
          <a:endParaRPr lang="ko-KR" altLang="en-US"/>
        </a:p>
      </dgm:t>
    </dgm:pt>
    <dgm:pt modelId="{8DD7D062-313E-404B-BE90-AA902780CDE9}">
      <dgm:prSet/>
      <dgm:spPr/>
      <dgm:t>
        <a:bodyPr/>
        <a:lstStyle/>
        <a:p>
          <a:pPr rtl="0" eaLnBrk="1" latinLnBrk="1" hangingPunct="1"/>
          <a:r>
            <a:rPr lang="ko-KR"/>
            <a:t>알고리즘이 얼마나 효율적으로 동작하는가</a:t>
          </a:r>
          <a:r>
            <a:rPr lang="en-US"/>
            <a:t>? (Efficiency)</a:t>
          </a:r>
          <a:endParaRPr lang="ko-KR"/>
        </a:p>
      </dgm:t>
    </dgm:pt>
    <dgm:pt modelId="{C9A9BAE5-1482-42FF-A55B-A869F5E18F9A}" type="parTrans" cxnId="{46731645-BA32-4288-B000-B6A65595ED3F}">
      <dgm:prSet/>
      <dgm:spPr/>
      <dgm:t>
        <a:bodyPr/>
        <a:lstStyle/>
        <a:p>
          <a:pPr latinLnBrk="1"/>
          <a:endParaRPr lang="ko-KR" altLang="en-US"/>
        </a:p>
      </dgm:t>
    </dgm:pt>
    <dgm:pt modelId="{2B3C433A-5959-470F-9A09-B62C6C26B97D}" type="sibTrans" cxnId="{46731645-BA32-4288-B000-B6A65595ED3F}">
      <dgm:prSet/>
      <dgm:spPr/>
      <dgm:t>
        <a:bodyPr/>
        <a:lstStyle/>
        <a:p>
          <a:pPr latinLnBrk="1"/>
          <a:endParaRPr lang="ko-KR" altLang="en-US"/>
        </a:p>
      </dgm:t>
    </dgm:pt>
    <dgm:pt modelId="{76B89D3C-15B1-4DA7-8F33-AC773C3B45AB}">
      <dgm:prSet/>
      <dgm:spPr/>
      <dgm:t>
        <a:bodyPr/>
        <a:lstStyle/>
        <a:p>
          <a:pPr rtl="0" eaLnBrk="1" latinLnBrk="1" hangingPunct="1"/>
          <a:r>
            <a:rPr lang="ko-KR"/>
            <a:t>최악의 경우에는 어떻게 동작하는가</a:t>
          </a:r>
          <a:r>
            <a:rPr lang="en-US"/>
            <a:t>? (Worst-case Analysis, Upper Bound)</a:t>
          </a:r>
          <a:endParaRPr lang="ko-KR"/>
        </a:p>
      </dgm:t>
    </dgm:pt>
    <dgm:pt modelId="{6075DCF8-6110-4B10-B0E5-D2B3885CF580}" type="parTrans" cxnId="{9CAC5F24-B6E4-4763-B2BD-DC0FD0AE15D7}">
      <dgm:prSet/>
      <dgm:spPr/>
      <dgm:t>
        <a:bodyPr/>
        <a:lstStyle/>
        <a:p>
          <a:pPr latinLnBrk="1"/>
          <a:endParaRPr lang="ko-KR" altLang="en-US"/>
        </a:p>
      </dgm:t>
    </dgm:pt>
    <dgm:pt modelId="{6C8B59D9-1E80-4925-929F-62A8589E551C}" type="sibTrans" cxnId="{9CAC5F24-B6E4-4763-B2BD-DC0FD0AE15D7}">
      <dgm:prSet/>
      <dgm:spPr/>
      <dgm:t>
        <a:bodyPr/>
        <a:lstStyle/>
        <a:p>
          <a:pPr latinLnBrk="1"/>
          <a:endParaRPr lang="ko-KR" altLang="en-US"/>
        </a:p>
      </dgm:t>
    </dgm:pt>
    <dgm:pt modelId="{9009363D-C866-4A30-B7B7-A545378F0431}">
      <dgm:prSet/>
      <dgm:spPr/>
      <dgm:t>
        <a:bodyPr/>
        <a:lstStyle/>
        <a:p>
          <a:pPr rtl="0" eaLnBrk="1" latinLnBrk="1" hangingPunct="1"/>
          <a:r>
            <a:rPr lang="ko-KR"/>
            <a:t>최</a:t>
          </a:r>
          <a:r>
            <a:rPr lang="ko-KR" altLang="en-US"/>
            <a:t>선</a:t>
          </a:r>
          <a:r>
            <a:rPr lang="ko-KR"/>
            <a:t>의 </a:t>
          </a:r>
          <a:r>
            <a:rPr lang="ko-KR" dirty="0"/>
            <a:t>경우에는 어떻게 동작하는가</a:t>
          </a:r>
          <a:r>
            <a:rPr lang="en-US" dirty="0"/>
            <a:t>? (Best-case Analysis, Lower Bound)</a:t>
          </a:r>
          <a:endParaRPr lang="ko-KR" dirty="0"/>
        </a:p>
      </dgm:t>
    </dgm:pt>
    <dgm:pt modelId="{7712DF1E-C97D-40E5-BFD4-076B5B5141A2}" type="parTrans" cxnId="{B7E42EDB-35A6-4738-92CF-9D0EC0187C01}">
      <dgm:prSet/>
      <dgm:spPr/>
      <dgm:t>
        <a:bodyPr/>
        <a:lstStyle/>
        <a:p>
          <a:pPr latinLnBrk="1"/>
          <a:endParaRPr lang="ko-KR" altLang="en-US"/>
        </a:p>
      </dgm:t>
    </dgm:pt>
    <dgm:pt modelId="{42CFBDF1-C11E-4761-8E32-746C09C356FC}" type="sibTrans" cxnId="{B7E42EDB-35A6-4738-92CF-9D0EC0187C01}">
      <dgm:prSet/>
      <dgm:spPr/>
      <dgm:t>
        <a:bodyPr/>
        <a:lstStyle/>
        <a:p>
          <a:pPr latinLnBrk="1"/>
          <a:endParaRPr lang="ko-KR" altLang="en-US"/>
        </a:p>
      </dgm:t>
    </dgm:pt>
    <dgm:pt modelId="{BD620046-44CD-4A42-8F3B-1C1F51169ABC}">
      <dgm:prSet/>
      <dgm:spPr/>
      <dgm:t>
        <a:bodyPr/>
        <a:lstStyle/>
        <a:p>
          <a:pPr rtl="0" eaLnBrk="1" latinLnBrk="1" hangingPunct="1"/>
          <a:r>
            <a:rPr lang="ko-KR"/>
            <a:t>평균적인 경우에는 어떻게 동작하는가</a:t>
          </a:r>
          <a:r>
            <a:rPr lang="en-US"/>
            <a:t>? (Average-case Analysis, Randomized Input)</a:t>
          </a:r>
          <a:endParaRPr lang="ko-KR"/>
        </a:p>
      </dgm:t>
    </dgm:pt>
    <dgm:pt modelId="{7B283883-E9FB-4B33-B315-421CC9DE175A}" type="parTrans" cxnId="{AC0ADBC6-F605-4D34-8C20-208BD3EA1119}">
      <dgm:prSet/>
      <dgm:spPr/>
      <dgm:t>
        <a:bodyPr/>
        <a:lstStyle/>
        <a:p>
          <a:pPr latinLnBrk="1"/>
          <a:endParaRPr lang="ko-KR" altLang="en-US"/>
        </a:p>
      </dgm:t>
    </dgm:pt>
    <dgm:pt modelId="{321D6B28-F1A4-4B96-A848-E931CF6D3447}" type="sibTrans" cxnId="{AC0ADBC6-F605-4D34-8C20-208BD3EA1119}">
      <dgm:prSet/>
      <dgm:spPr/>
      <dgm:t>
        <a:bodyPr/>
        <a:lstStyle/>
        <a:p>
          <a:pPr latinLnBrk="1"/>
          <a:endParaRPr lang="ko-KR" altLang="en-US"/>
        </a:p>
      </dgm:t>
    </dgm:pt>
    <dgm:pt modelId="{3133AE70-1214-4190-911C-29F5073749E7}">
      <dgm:prSet/>
      <dgm:spPr/>
      <dgm:t>
        <a:bodyPr/>
        <a:lstStyle/>
        <a:p>
          <a:pPr rtl="0" eaLnBrk="1" latinLnBrk="1" hangingPunct="1"/>
          <a:r>
            <a:rPr lang="ko-KR"/>
            <a:t>전체적인 동작 시간 속에서 단위 동작은 어떤가</a:t>
          </a:r>
          <a:r>
            <a:rPr lang="en-US"/>
            <a:t>? (Amortized Analysis)</a:t>
          </a:r>
          <a:endParaRPr lang="ko-KR"/>
        </a:p>
      </dgm:t>
    </dgm:pt>
    <dgm:pt modelId="{4DFB71B8-522C-4054-AC5D-6EFBC5634CEA}" type="parTrans" cxnId="{C0450548-8F42-408C-8636-A724645C3ADE}">
      <dgm:prSet/>
      <dgm:spPr/>
      <dgm:t>
        <a:bodyPr/>
        <a:lstStyle/>
        <a:p>
          <a:pPr latinLnBrk="1"/>
          <a:endParaRPr lang="ko-KR" altLang="en-US"/>
        </a:p>
      </dgm:t>
    </dgm:pt>
    <dgm:pt modelId="{7F07F193-4EEE-4F72-BD8C-75D54AEAA010}" type="sibTrans" cxnId="{C0450548-8F42-408C-8636-A724645C3ADE}">
      <dgm:prSet/>
      <dgm:spPr/>
      <dgm:t>
        <a:bodyPr/>
        <a:lstStyle/>
        <a:p>
          <a:pPr latinLnBrk="1"/>
          <a:endParaRPr lang="ko-KR" altLang="en-US"/>
        </a:p>
      </dgm:t>
    </dgm:pt>
    <dgm:pt modelId="{4A904E26-FBFE-4935-9737-DA6548FD8CF6}">
      <dgm:prSet/>
      <dgm:spPr/>
      <dgm:t>
        <a:bodyPr/>
        <a:lstStyle/>
        <a:p>
          <a:pPr rtl="0" eaLnBrk="1" latinLnBrk="1" hangingPunct="1"/>
          <a:r>
            <a:rPr lang="ko-KR"/>
            <a:t>공학적 특징</a:t>
          </a:r>
        </a:p>
      </dgm:t>
    </dgm:pt>
    <dgm:pt modelId="{AB8F0BFC-6787-4E8A-96B2-8AD6D8B37781}" type="parTrans" cxnId="{90602975-B1A3-427F-A9C9-2842F41E8CB1}">
      <dgm:prSet/>
      <dgm:spPr/>
      <dgm:t>
        <a:bodyPr/>
        <a:lstStyle/>
        <a:p>
          <a:pPr latinLnBrk="1"/>
          <a:endParaRPr lang="ko-KR" altLang="en-US"/>
        </a:p>
      </dgm:t>
    </dgm:pt>
    <dgm:pt modelId="{BC89414A-88B2-4704-BD9C-2EBC4BE8F886}" type="sibTrans" cxnId="{90602975-B1A3-427F-A9C9-2842F41E8CB1}">
      <dgm:prSet/>
      <dgm:spPr/>
      <dgm:t>
        <a:bodyPr/>
        <a:lstStyle/>
        <a:p>
          <a:pPr latinLnBrk="1"/>
          <a:endParaRPr lang="ko-KR" altLang="en-US"/>
        </a:p>
      </dgm:t>
    </dgm:pt>
    <dgm:pt modelId="{F707AD88-467D-4A4E-9B63-0CCD01707B91}">
      <dgm:prSet/>
      <dgm:spPr/>
      <dgm:t>
        <a:bodyPr/>
        <a:lstStyle/>
        <a:p>
          <a:pPr rtl="0" eaLnBrk="1" latinLnBrk="1" hangingPunct="1"/>
          <a:r>
            <a:rPr lang="ko-KR"/>
            <a:t>알고리즘을 어떻게 구현할 것인가</a:t>
          </a:r>
          <a:r>
            <a:rPr lang="en-US"/>
            <a:t>? (Implementation)</a:t>
          </a:r>
          <a:endParaRPr lang="ko-KR"/>
        </a:p>
      </dgm:t>
    </dgm:pt>
    <dgm:pt modelId="{074F30B0-636C-443B-A47B-CFD8FF00EC3D}" type="parTrans" cxnId="{BD24B3D7-DDB0-4CA0-AEE1-88FA3BE26E5A}">
      <dgm:prSet/>
      <dgm:spPr/>
      <dgm:t>
        <a:bodyPr/>
        <a:lstStyle/>
        <a:p>
          <a:pPr latinLnBrk="1"/>
          <a:endParaRPr lang="ko-KR" altLang="en-US"/>
        </a:p>
      </dgm:t>
    </dgm:pt>
    <dgm:pt modelId="{95560266-6F51-4C38-8303-158579CB21F8}" type="sibTrans" cxnId="{BD24B3D7-DDB0-4CA0-AEE1-88FA3BE26E5A}">
      <dgm:prSet/>
      <dgm:spPr/>
      <dgm:t>
        <a:bodyPr/>
        <a:lstStyle/>
        <a:p>
          <a:pPr latinLnBrk="1"/>
          <a:endParaRPr lang="ko-KR" altLang="en-US"/>
        </a:p>
      </dgm:t>
    </dgm:pt>
    <dgm:pt modelId="{EBB11E7E-21FB-48DD-A5D6-656680A5EA90}">
      <dgm:prSet/>
      <dgm:spPr/>
      <dgm:t>
        <a:bodyPr/>
        <a:lstStyle/>
        <a:p>
          <a:pPr rtl="0" eaLnBrk="1" latinLnBrk="1" hangingPunct="1"/>
          <a:r>
            <a:rPr lang="ko-KR"/>
            <a:t>단위 동작 시간을 어떻게 줄일까</a:t>
          </a:r>
          <a:r>
            <a:rPr lang="en-US"/>
            <a:t>? </a:t>
          </a:r>
          <a:r>
            <a:rPr lang="ko-KR"/>
            <a:t>단위 동작의 횟수를 어떻게 줄일까</a:t>
          </a:r>
          <a:r>
            <a:rPr lang="en-US"/>
            <a:t>? (Hueristics)</a:t>
          </a:r>
          <a:endParaRPr lang="ko-KR"/>
        </a:p>
      </dgm:t>
    </dgm:pt>
    <dgm:pt modelId="{3D833252-6A9F-46C8-85CD-B507FD8BD00A}" type="parTrans" cxnId="{8615445F-92F4-42A3-818E-EEE62E1BD13F}">
      <dgm:prSet/>
      <dgm:spPr/>
      <dgm:t>
        <a:bodyPr/>
        <a:lstStyle/>
        <a:p>
          <a:pPr latinLnBrk="1"/>
          <a:endParaRPr lang="ko-KR" altLang="en-US"/>
        </a:p>
      </dgm:t>
    </dgm:pt>
    <dgm:pt modelId="{11DC0738-A88B-487D-A110-06ED5181F845}" type="sibTrans" cxnId="{8615445F-92F4-42A3-818E-EEE62E1BD13F}">
      <dgm:prSet/>
      <dgm:spPr/>
      <dgm:t>
        <a:bodyPr/>
        <a:lstStyle/>
        <a:p>
          <a:pPr latinLnBrk="1"/>
          <a:endParaRPr lang="ko-KR" altLang="en-US"/>
        </a:p>
      </dgm:t>
    </dgm:pt>
    <dgm:pt modelId="{069A640D-4494-4656-A712-D85D3CFACCAC}" type="pres">
      <dgm:prSet presAssocID="{0CB599F1-0688-4374-881E-216B9F2193C5}" presName="linear" presStyleCnt="0">
        <dgm:presLayoutVars>
          <dgm:animLvl val="lvl"/>
          <dgm:resizeHandles val="exact"/>
        </dgm:presLayoutVars>
      </dgm:prSet>
      <dgm:spPr/>
    </dgm:pt>
    <dgm:pt modelId="{97C9379A-D4FF-434F-B79E-828B32FDF19B}" type="pres">
      <dgm:prSet presAssocID="{1970CB55-4C4A-45A5-B512-BDEC5296F95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5CC5114-72B7-411D-B335-C265CB7E38F2}" type="pres">
      <dgm:prSet presAssocID="{1970CB55-4C4A-45A5-B512-BDEC5296F950}" presName="childText" presStyleLbl="revTx" presStyleIdx="0" presStyleCnt="2">
        <dgm:presLayoutVars>
          <dgm:bulletEnabled val="1"/>
        </dgm:presLayoutVars>
      </dgm:prSet>
      <dgm:spPr/>
    </dgm:pt>
    <dgm:pt modelId="{12B83B7C-D244-422F-838E-F4AECFA273EA}" type="pres">
      <dgm:prSet presAssocID="{4A904E26-FBFE-4935-9737-DA6548FD8CF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E9EE82A-37CA-4DD6-87FB-6E5493A47EEE}" type="pres">
      <dgm:prSet presAssocID="{4A904E26-FBFE-4935-9737-DA6548FD8CF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B696EE0-4FFE-42CC-9E8B-F418C1F421D5}" type="presOf" srcId="{4A904E26-FBFE-4935-9737-DA6548FD8CF6}" destId="{12B83B7C-D244-422F-838E-F4AECFA273EA}" srcOrd="0" destOrd="0" presId="urn:microsoft.com/office/officeart/2005/8/layout/vList2"/>
    <dgm:cxn modelId="{CE03BD7C-BEFE-4A3F-A46E-56CBE20FEA32}" type="presOf" srcId="{1970CB55-4C4A-45A5-B512-BDEC5296F950}" destId="{97C9379A-D4FF-434F-B79E-828B32FDF19B}" srcOrd="0" destOrd="0" presId="urn:microsoft.com/office/officeart/2005/8/layout/vList2"/>
    <dgm:cxn modelId="{8615445F-92F4-42A3-818E-EEE62E1BD13F}" srcId="{4A904E26-FBFE-4935-9737-DA6548FD8CF6}" destId="{EBB11E7E-21FB-48DD-A5D6-656680A5EA90}" srcOrd="1" destOrd="0" parTransId="{3D833252-6A9F-46C8-85CD-B507FD8BD00A}" sibTransId="{11DC0738-A88B-487D-A110-06ED5181F845}"/>
    <dgm:cxn modelId="{BEB0015A-CC42-4E22-9790-C8F05DE7A419}" srcId="{1970CB55-4C4A-45A5-B512-BDEC5296F950}" destId="{9DD78882-6779-4BAF-9B3F-5F082F4D66FE}" srcOrd="0" destOrd="0" parTransId="{B65DAE6A-94D2-473B-A008-A4C0DD597FE3}" sibTransId="{3984A01C-34E4-46BF-812F-F6B7C36D2285}"/>
    <dgm:cxn modelId="{210D5932-CCEB-4A36-9D6A-B4FE7CB18DE2}" type="presOf" srcId="{3133AE70-1214-4190-911C-29F5073749E7}" destId="{05CC5114-72B7-411D-B335-C265CB7E38F2}" srcOrd="0" destOrd="5" presId="urn:microsoft.com/office/officeart/2005/8/layout/vList2"/>
    <dgm:cxn modelId="{B7E42EDB-35A6-4738-92CF-9D0EC0187C01}" srcId="{8DD7D062-313E-404B-BE90-AA902780CDE9}" destId="{9009363D-C866-4A30-B7B7-A545378F0431}" srcOrd="1" destOrd="0" parTransId="{7712DF1E-C97D-40E5-BFD4-076B5B5141A2}" sibTransId="{42CFBDF1-C11E-4761-8E32-746C09C356FC}"/>
    <dgm:cxn modelId="{C0450548-8F42-408C-8636-A724645C3ADE}" srcId="{8DD7D062-313E-404B-BE90-AA902780CDE9}" destId="{3133AE70-1214-4190-911C-29F5073749E7}" srcOrd="3" destOrd="0" parTransId="{4DFB71B8-522C-4054-AC5D-6EFBC5634CEA}" sibTransId="{7F07F193-4EEE-4F72-BD8C-75D54AEAA010}"/>
    <dgm:cxn modelId="{46731645-BA32-4288-B000-B6A65595ED3F}" srcId="{1970CB55-4C4A-45A5-B512-BDEC5296F950}" destId="{8DD7D062-313E-404B-BE90-AA902780CDE9}" srcOrd="1" destOrd="0" parTransId="{C9A9BAE5-1482-42FF-A55B-A869F5E18F9A}" sibTransId="{2B3C433A-5959-470F-9A09-B62C6C26B97D}"/>
    <dgm:cxn modelId="{AC0ADBC6-F605-4D34-8C20-208BD3EA1119}" srcId="{8DD7D062-313E-404B-BE90-AA902780CDE9}" destId="{BD620046-44CD-4A42-8F3B-1C1F51169ABC}" srcOrd="2" destOrd="0" parTransId="{7B283883-E9FB-4B33-B315-421CC9DE175A}" sibTransId="{321D6B28-F1A4-4B96-A848-E931CF6D3447}"/>
    <dgm:cxn modelId="{B25CCBE7-0E81-47AE-A510-E14C9A7C7B0E}" type="presOf" srcId="{9DD78882-6779-4BAF-9B3F-5F082F4D66FE}" destId="{05CC5114-72B7-411D-B335-C265CB7E38F2}" srcOrd="0" destOrd="0" presId="urn:microsoft.com/office/officeart/2005/8/layout/vList2"/>
    <dgm:cxn modelId="{746E7F47-12B3-41E3-8949-AE9879EBCDFB}" srcId="{0CB599F1-0688-4374-881E-216B9F2193C5}" destId="{1970CB55-4C4A-45A5-B512-BDEC5296F950}" srcOrd="0" destOrd="0" parTransId="{B5865266-95DD-4FA8-B0C9-3953E782A95D}" sibTransId="{C30E55CB-C937-40CD-B225-D4CEC1B5CE9C}"/>
    <dgm:cxn modelId="{9CAC5F24-B6E4-4763-B2BD-DC0FD0AE15D7}" srcId="{8DD7D062-313E-404B-BE90-AA902780CDE9}" destId="{76B89D3C-15B1-4DA7-8F33-AC773C3B45AB}" srcOrd="0" destOrd="0" parTransId="{6075DCF8-6110-4B10-B0E5-D2B3885CF580}" sibTransId="{6C8B59D9-1E80-4925-929F-62A8589E551C}"/>
    <dgm:cxn modelId="{8D31E016-7F5E-4942-B0C6-19B73BB471FC}" type="presOf" srcId="{8DD7D062-313E-404B-BE90-AA902780CDE9}" destId="{05CC5114-72B7-411D-B335-C265CB7E38F2}" srcOrd="0" destOrd="1" presId="urn:microsoft.com/office/officeart/2005/8/layout/vList2"/>
    <dgm:cxn modelId="{FF7A3FEF-417F-4A09-9B75-896442B8CF7C}" type="presOf" srcId="{76B89D3C-15B1-4DA7-8F33-AC773C3B45AB}" destId="{05CC5114-72B7-411D-B335-C265CB7E38F2}" srcOrd="0" destOrd="2" presId="urn:microsoft.com/office/officeart/2005/8/layout/vList2"/>
    <dgm:cxn modelId="{D38128A3-D340-4A4D-9162-A05392BF97CB}" type="presOf" srcId="{0CB599F1-0688-4374-881E-216B9F2193C5}" destId="{069A640D-4494-4656-A712-D85D3CFACCAC}" srcOrd="0" destOrd="0" presId="urn:microsoft.com/office/officeart/2005/8/layout/vList2"/>
    <dgm:cxn modelId="{41EA0D4A-0885-4CD2-B4EA-A1D0B94CF5F3}" type="presOf" srcId="{BD620046-44CD-4A42-8F3B-1C1F51169ABC}" destId="{05CC5114-72B7-411D-B335-C265CB7E38F2}" srcOrd="0" destOrd="4" presId="urn:microsoft.com/office/officeart/2005/8/layout/vList2"/>
    <dgm:cxn modelId="{BD24B3D7-DDB0-4CA0-AEE1-88FA3BE26E5A}" srcId="{4A904E26-FBFE-4935-9737-DA6548FD8CF6}" destId="{F707AD88-467D-4A4E-9B63-0CCD01707B91}" srcOrd="0" destOrd="0" parTransId="{074F30B0-636C-443B-A47B-CFD8FF00EC3D}" sibTransId="{95560266-6F51-4C38-8303-158579CB21F8}"/>
    <dgm:cxn modelId="{F431F862-B2B9-4267-AE16-FDF8C94C6145}" type="presOf" srcId="{EBB11E7E-21FB-48DD-A5D6-656680A5EA90}" destId="{4E9EE82A-37CA-4DD6-87FB-6E5493A47EEE}" srcOrd="0" destOrd="1" presId="urn:microsoft.com/office/officeart/2005/8/layout/vList2"/>
    <dgm:cxn modelId="{62E440A9-3502-45D9-BD60-230A31D5C79A}" type="presOf" srcId="{9009363D-C866-4A30-B7B7-A545378F0431}" destId="{05CC5114-72B7-411D-B335-C265CB7E38F2}" srcOrd="0" destOrd="3" presId="urn:microsoft.com/office/officeart/2005/8/layout/vList2"/>
    <dgm:cxn modelId="{3284CB67-2B3A-43A7-8B6E-1D33409454D4}" type="presOf" srcId="{F707AD88-467D-4A4E-9B63-0CCD01707B91}" destId="{4E9EE82A-37CA-4DD6-87FB-6E5493A47EEE}" srcOrd="0" destOrd="0" presId="urn:microsoft.com/office/officeart/2005/8/layout/vList2"/>
    <dgm:cxn modelId="{90602975-B1A3-427F-A9C9-2842F41E8CB1}" srcId="{0CB599F1-0688-4374-881E-216B9F2193C5}" destId="{4A904E26-FBFE-4935-9737-DA6548FD8CF6}" srcOrd="1" destOrd="0" parTransId="{AB8F0BFC-6787-4E8A-96B2-8AD6D8B37781}" sibTransId="{BC89414A-88B2-4704-BD9C-2EBC4BE8F886}"/>
    <dgm:cxn modelId="{798DC949-D502-41E2-ACCF-32307F744A10}" type="presParOf" srcId="{069A640D-4494-4656-A712-D85D3CFACCAC}" destId="{97C9379A-D4FF-434F-B79E-828B32FDF19B}" srcOrd="0" destOrd="0" presId="urn:microsoft.com/office/officeart/2005/8/layout/vList2"/>
    <dgm:cxn modelId="{0CBB2AEC-5509-4856-B1B6-C90673F27E09}" type="presParOf" srcId="{069A640D-4494-4656-A712-D85D3CFACCAC}" destId="{05CC5114-72B7-411D-B335-C265CB7E38F2}" srcOrd="1" destOrd="0" presId="urn:microsoft.com/office/officeart/2005/8/layout/vList2"/>
    <dgm:cxn modelId="{C0350BE2-F43B-4432-97B2-151CD978E9A7}" type="presParOf" srcId="{069A640D-4494-4656-A712-D85D3CFACCAC}" destId="{12B83B7C-D244-422F-838E-F4AECFA273EA}" srcOrd="2" destOrd="0" presId="urn:microsoft.com/office/officeart/2005/8/layout/vList2"/>
    <dgm:cxn modelId="{D858ACD9-B65C-448F-BAE9-B56F9937A2E5}" type="presParOf" srcId="{069A640D-4494-4656-A712-D85D3CFACCAC}" destId="{4E9EE82A-37CA-4DD6-87FB-6E5493A47EE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980D4D4-AC3F-4F5B-A914-79EBFEA626D7}" type="doc">
      <dgm:prSet loTypeId="urn:microsoft.com/office/officeart/2008/layout/LinedList" loCatId="list" qsTypeId="urn:microsoft.com/office/officeart/2005/8/quickstyle/simple1" qsCatId="simple" csTypeId="urn:microsoft.com/office/officeart/2005/8/colors/accent3_1" csCatId="accent3"/>
      <dgm:spPr/>
      <dgm:t>
        <a:bodyPr/>
        <a:lstStyle/>
        <a:p>
          <a:pPr latinLnBrk="1"/>
          <a:endParaRPr lang="ko-KR" altLang="en-US"/>
        </a:p>
      </dgm:t>
    </dgm:pt>
    <dgm:pt modelId="{A26A38C6-AB05-45F7-B5B6-5B28E438ACBD}">
      <dgm:prSet/>
      <dgm:spPr/>
      <dgm:t>
        <a:bodyPr/>
        <a:lstStyle/>
        <a:p>
          <a:pPr rtl="0" eaLnBrk="1" latinLnBrk="1" hangingPunct="1"/>
          <a:r>
            <a:rPr lang="ko-KR" dirty="0"/>
            <a:t>양성봉 교수님의 순서를 따릅니다</a:t>
          </a:r>
          <a:r>
            <a:rPr lang="en-US" dirty="0"/>
            <a:t>.</a:t>
          </a:r>
          <a:endParaRPr lang="ko-KR" dirty="0"/>
        </a:p>
      </dgm:t>
    </dgm:pt>
    <dgm:pt modelId="{10265D2A-1856-4771-B781-727369DAE13D}" type="parTrans" cxnId="{83FAD970-38AB-44E8-97FC-5D58458D6111}">
      <dgm:prSet/>
      <dgm:spPr/>
      <dgm:t>
        <a:bodyPr/>
        <a:lstStyle/>
        <a:p>
          <a:pPr latinLnBrk="1"/>
          <a:endParaRPr lang="ko-KR" altLang="en-US"/>
        </a:p>
      </dgm:t>
    </dgm:pt>
    <dgm:pt modelId="{9FB5CE9B-604B-48F2-94CE-0B4A228E5DB3}" type="sibTrans" cxnId="{83FAD970-38AB-44E8-97FC-5D58458D6111}">
      <dgm:prSet/>
      <dgm:spPr/>
      <dgm:t>
        <a:bodyPr/>
        <a:lstStyle/>
        <a:p>
          <a:pPr latinLnBrk="1"/>
          <a:endParaRPr lang="ko-KR" altLang="en-US"/>
        </a:p>
      </dgm:t>
    </dgm:pt>
    <dgm:pt modelId="{56724062-87B0-4C21-B956-B3AAF75C6288}">
      <dgm:prSet/>
      <dgm:spPr/>
      <dgm:t>
        <a:bodyPr/>
        <a:lstStyle/>
        <a:p>
          <a:pPr rtl="0" eaLnBrk="1" latinLnBrk="1" hangingPunct="1"/>
          <a:r>
            <a:rPr lang="ko-KR"/>
            <a:t>알고리즘의 직관적인 이해를 가장 우선시 합니다</a:t>
          </a:r>
          <a:r>
            <a:rPr lang="en-US"/>
            <a:t>.</a:t>
          </a:r>
          <a:endParaRPr lang="ko-KR"/>
        </a:p>
      </dgm:t>
    </dgm:pt>
    <dgm:pt modelId="{A10969EC-C81C-4E5B-9790-958C799E3E39}" type="parTrans" cxnId="{8819BBE6-F2D7-4B1F-9CFA-AB86DE367026}">
      <dgm:prSet/>
      <dgm:spPr/>
      <dgm:t>
        <a:bodyPr/>
        <a:lstStyle/>
        <a:p>
          <a:pPr latinLnBrk="1"/>
          <a:endParaRPr lang="ko-KR" altLang="en-US"/>
        </a:p>
      </dgm:t>
    </dgm:pt>
    <dgm:pt modelId="{341602A4-C7B6-4BAF-9652-B4D48D862F8E}" type="sibTrans" cxnId="{8819BBE6-F2D7-4B1F-9CFA-AB86DE367026}">
      <dgm:prSet/>
      <dgm:spPr/>
      <dgm:t>
        <a:bodyPr/>
        <a:lstStyle/>
        <a:p>
          <a:pPr latinLnBrk="1"/>
          <a:endParaRPr lang="ko-KR" altLang="en-US"/>
        </a:p>
      </dgm:t>
    </dgm:pt>
    <dgm:pt modelId="{F947263D-9B95-4A8C-8F82-6050EA6ADBEE}">
      <dgm:prSet/>
      <dgm:spPr/>
      <dgm:t>
        <a:bodyPr/>
        <a:lstStyle/>
        <a:p>
          <a:pPr rtl="0" eaLnBrk="1" latinLnBrk="1" hangingPunct="1"/>
          <a:r>
            <a:rPr lang="ko-KR"/>
            <a:t>엄밀한 수학적 증명도 함께 다룹니다</a:t>
          </a:r>
          <a:r>
            <a:rPr lang="en-US"/>
            <a:t>.</a:t>
          </a:r>
          <a:endParaRPr lang="ko-KR"/>
        </a:p>
      </dgm:t>
    </dgm:pt>
    <dgm:pt modelId="{766AE059-4DB4-4747-B661-2A3DCE61CAC4}" type="parTrans" cxnId="{494C03ED-9686-45B5-A55A-C464D4E57BDE}">
      <dgm:prSet/>
      <dgm:spPr/>
      <dgm:t>
        <a:bodyPr/>
        <a:lstStyle/>
        <a:p>
          <a:pPr latinLnBrk="1"/>
          <a:endParaRPr lang="ko-KR" altLang="en-US"/>
        </a:p>
      </dgm:t>
    </dgm:pt>
    <dgm:pt modelId="{9D5EA5D2-B824-4151-8D39-8A429F214684}" type="sibTrans" cxnId="{494C03ED-9686-45B5-A55A-C464D4E57BDE}">
      <dgm:prSet/>
      <dgm:spPr/>
      <dgm:t>
        <a:bodyPr/>
        <a:lstStyle/>
        <a:p>
          <a:pPr latinLnBrk="1"/>
          <a:endParaRPr lang="ko-KR" altLang="en-US"/>
        </a:p>
      </dgm:t>
    </dgm:pt>
    <dgm:pt modelId="{DD4B648A-A960-4E02-BA56-1163CBF7693D}">
      <dgm:prSet/>
      <dgm:spPr/>
      <dgm:t>
        <a:bodyPr/>
        <a:lstStyle/>
        <a:p>
          <a:pPr rtl="0" eaLnBrk="1" latinLnBrk="1" hangingPunct="1"/>
          <a:r>
            <a:rPr lang="ko-KR"/>
            <a:t>알고리즘의 구현은 다루지 않습니다</a:t>
          </a:r>
          <a:r>
            <a:rPr lang="en-US"/>
            <a:t>.</a:t>
          </a:r>
          <a:endParaRPr lang="ko-KR"/>
        </a:p>
      </dgm:t>
    </dgm:pt>
    <dgm:pt modelId="{86535936-FED3-49B7-813B-2FBCFDAC82A6}" type="parTrans" cxnId="{98688CC5-A4FD-469C-BC6C-ECF9FAD5A0C9}">
      <dgm:prSet/>
      <dgm:spPr/>
      <dgm:t>
        <a:bodyPr/>
        <a:lstStyle/>
        <a:p>
          <a:pPr latinLnBrk="1"/>
          <a:endParaRPr lang="ko-KR" altLang="en-US"/>
        </a:p>
      </dgm:t>
    </dgm:pt>
    <dgm:pt modelId="{AC60C31B-15DE-4656-9233-51D09E49796E}" type="sibTrans" cxnId="{98688CC5-A4FD-469C-BC6C-ECF9FAD5A0C9}">
      <dgm:prSet/>
      <dgm:spPr/>
      <dgm:t>
        <a:bodyPr/>
        <a:lstStyle/>
        <a:p>
          <a:pPr latinLnBrk="1"/>
          <a:endParaRPr lang="ko-KR" altLang="en-US"/>
        </a:p>
      </dgm:t>
    </dgm:pt>
    <dgm:pt modelId="{2CC72C15-6186-4FA0-9C22-1E6B706090FE}">
      <dgm:prSet/>
      <dgm:spPr/>
      <dgm:t>
        <a:bodyPr/>
        <a:lstStyle/>
        <a:p>
          <a:pPr rtl="0" eaLnBrk="1" latinLnBrk="1" hangingPunct="1"/>
          <a:r>
            <a:rPr lang="ko-KR"/>
            <a:t>여러분의 적극적인 참여가 더욱 의미 있는 튜터링을 만듭니다</a:t>
          </a:r>
        </a:p>
      </dgm:t>
    </dgm:pt>
    <dgm:pt modelId="{6B8166AD-B46E-424A-B751-328ABFCDC4FE}" type="parTrans" cxnId="{010DB0C2-00CF-4D81-844F-9960A0E4AA08}">
      <dgm:prSet/>
      <dgm:spPr/>
      <dgm:t>
        <a:bodyPr/>
        <a:lstStyle/>
        <a:p>
          <a:pPr latinLnBrk="1"/>
          <a:endParaRPr lang="ko-KR" altLang="en-US"/>
        </a:p>
      </dgm:t>
    </dgm:pt>
    <dgm:pt modelId="{0509FD94-0149-4C13-A5C6-D216C8E8B06D}" type="sibTrans" cxnId="{010DB0C2-00CF-4D81-844F-9960A0E4AA08}">
      <dgm:prSet/>
      <dgm:spPr/>
      <dgm:t>
        <a:bodyPr/>
        <a:lstStyle/>
        <a:p>
          <a:pPr latinLnBrk="1"/>
          <a:endParaRPr lang="ko-KR" altLang="en-US"/>
        </a:p>
      </dgm:t>
    </dgm:pt>
    <dgm:pt modelId="{054108EE-0C39-48E5-9905-CBEBD6067F0E}" type="pres">
      <dgm:prSet presAssocID="{C980D4D4-AC3F-4F5B-A914-79EBFEA626D7}" presName="vert0" presStyleCnt="0">
        <dgm:presLayoutVars>
          <dgm:dir/>
          <dgm:animOne val="branch"/>
          <dgm:animLvl val="lvl"/>
        </dgm:presLayoutVars>
      </dgm:prSet>
      <dgm:spPr/>
    </dgm:pt>
    <dgm:pt modelId="{7BC5CD14-0F02-4F3C-9317-F0FD34ECCF6A}" type="pres">
      <dgm:prSet presAssocID="{A26A38C6-AB05-45F7-B5B6-5B28E438ACBD}" presName="thickLine" presStyleLbl="alignNode1" presStyleIdx="0" presStyleCnt="5"/>
      <dgm:spPr/>
    </dgm:pt>
    <dgm:pt modelId="{F381AE8E-EFF2-49A2-A9A7-B5516ECA0DE2}" type="pres">
      <dgm:prSet presAssocID="{A26A38C6-AB05-45F7-B5B6-5B28E438ACBD}" presName="horz1" presStyleCnt="0"/>
      <dgm:spPr/>
    </dgm:pt>
    <dgm:pt modelId="{180D0190-2D50-44BC-BF08-22136F9282B5}" type="pres">
      <dgm:prSet presAssocID="{A26A38C6-AB05-45F7-B5B6-5B28E438ACBD}" presName="tx1" presStyleLbl="revTx" presStyleIdx="0" presStyleCnt="5"/>
      <dgm:spPr/>
    </dgm:pt>
    <dgm:pt modelId="{B7D99F8C-913A-4BD4-A254-F3B005D26ABA}" type="pres">
      <dgm:prSet presAssocID="{A26A38C6-AB05-45F7-B5B6-5B28E438ACBD}" presName="vert1" presStyleCnt="0"/>
      <dgm:spPr/>
    </dgm:pt>
    <dgm:pt modelId="{9606FB6C-009F-4827-9A9D-AD0121374FBC}" type="pres">
      <dgm:prSet presAssocID="{56724062-87B0-4C21-B956-B3AAF75C6288}" presName="thickLine" presStyleLbl="alignNode1" presStyleIdx="1" presStyleCnt="5"/>
      <dgm:spPr/>
    </dgm:pt>
    <dgm:pt modelId="{B3A671E5-FB53-47C6-90DB-5BDF0DCE5067}" type="pres">
      <dgm:prSet presAssocID="{56724062-87B0-4C21-B956-B3AAF75C6288}" presName="horz1" presStyleCnt="0"/>
      <dgm:spPr/>
    </dgm:pt>
    <dgm:pt modelId="{635FAA2A-8923-476A-9B7D-8875ABAD0310}" type="pres">
      <dgm:prSet presAssocID="{56724062-87B0-4C21-B956-B3AAF75C6288}" presName="tx1" presStyleLbl="revTx" presStyleIdx="1" presStyleCnt="5"/>
      <dgm:spPr/>
    </dgm:pt>
    <dgm:pt modelId="{61C8F959-E25F-451B-A3ED-DB5E7354921F}" type="pres">
      <dgm:prSet presAssocID="{56724062-87B0-4C21-B956-B3AAF75C6288}" presName="vert1" presStyleCnt="0"/>
      <dgm:spPr/>
    </dgm:pt>
    <dgm:pt modelId="{DB9E6A79-33D3-4400-81E7-6C59CACF296B}" type="pres">
      <dgm:prSet presAssocID="{F947263D-9B95-4A8C-8F82-6050EA6ADBEE}" presName="thickLine" presStyleLbl="alignNode1" presStyleIdx="2" presStyleCnt="5"/>
      <dgm:spPr/>
    </dgm:pt>
    <dgm:pt modelId="{BC10495D-3B0C-4CCB-9159-78E33F67276C}" type="pres">
      <dgm:prSet presAssocID="{F947263D-9B95-4A8C-8F82-6050EA6ADBEE}" presName="horz1" presStyleCnt="0"/>
      <dgm:spPr/>
    </dgm:pt>
    <dgm:pt modelId="{D285315A-3772-4ACA-A764-A211D8338FC7}" type="pres">
      <dgm:prSet presAssocID="{F947263D-9B95-4A8C-8F82-6050EA6ADBEE}" presName="tx1" presStyleLbl="revTx" presStyleIdx="2" presStyleCnt="5"/>
      <dgm:spPr/>
    </dgm:pt>
    <dgm:pt modelId="{2B8B0CF2-B77D-4327-B6EB-B89D0B85B5BF}" type="pres">
      <dgm:prSet presAssocID="{F947263D-9B95-4A8C-8F82-6050EA6ADBEE}" presName="vert1" presStyleCnt="0"/>
      <dgm:spPr/>
    </dgm:pt>
    <dgm:pt modelId="{B9E614B0-C0D2-434E-8F83-52ED865FE18C}" type="pres">
      <dgm:prSet presAssocID="{DD4B648A-A960-4E02-BA56-1163CBF7693D}" presName="thickLine" presStyleLbl="alignNode1" presStyleIdx="3" presStyleCnt="5"/>
      <dgm:spPr/>
    </dgm:pt>
    <dgm:pt modelId="{C4B95F26-7AA6-4DF9-BF10-E1584585ED7C}" type="pres">
      <dgm:prSet presAssocID="{DD4B648A-A960-4E02-BA56-1163CBF7693D}" presName="horz1" presStyleCnt="0"/>
      <dgm:spPr/>
    </dgm:pt>
    <dgm:pt modelId="{A5D60782-EEE1-458A-8448-1A3AB201D806}" type="pres">
      <dgm:prSet presAssocID="{DD4B648A-A960-4E02-BA56-1163CBF7693D}" presName="tx1" presStyleLbl="revTx" presStyleIdx="3" presStyleCnt="5"/>
      <dgm:spPr/>
    </dgm:pt>
    <dgm:pt modelId="{B597A1D5-80FD-43C2-AE65-E6A11AE1D454}" type="pres">
      <dgm:prSet presAssocID="{DD4B648A-A960-4E02-BA56-1163CBF7693D}" presName="vert1" presStyleCnt="0"/>
      <dgm:spPr/>
    </dgm:pt>
    <dgm:pt modelId="{63A6E785-A8F8-4077-9CE0-A03104F40126}" type="pres">
      <dgm:prSet presAssocID="{2CC72C15-6186-4FA0-9C22-1E6B706090FE}" presName="thickLine" presStyleLbl="alignNode1" presStyleIdx="4" presStyleCnt="5"/>
      <dgm:spPr/>
    </dgm:pt>
    <dgm:pt modelId="{8920440A-974D-4230-8330-38167D58A22C}" type="pres">
      <dgm:prSet presAssocID="{2CC72C15-6186-4FA0-9C22-1E6B706090FE}" presName="horz1" presStyleCnt="0"/>
      <dgm:spPr/>
    </dgm:pt>
    <dgm:pt modelId="{C26A68AF-FD85-4144-AD43-5ABDB4DB26C3}" type="pres">
      <dgm:prSet presAssocID="{2CC72C15-6186-4FA0-9C22-1E6B706090FE}" presName="tx1" presStyleLbl="revTx" presStyleIdx="4" presStyleCnt="5"/>
      <dgm:spPr/>
    </dgm:pt>
    <dgm:pt modelId="{3A38F8EF-7477-453F-AE2C-0B6B80A077F5}" type="pres">
      <dgm:prSet presAssocID="{2CC72C15-6186-4FA0-9C22-1E6B706090FE}" presName="vert1" presStyleCnt="0"/>
      <dgm:spPr/>
    </dgm:pt>
  </dgm:ptLst>
  <dgm:cxnLst>
    <dgm:cxn modelId="{010DB0C2-00CF-4D81-844F-9960A0E4AA08}" srcId="{C980D4D4-AC3F-4F5B-A914-79EBFEA626D7}" destId="{2CC72C15-6186-4FA0-9C22-1E6B706090FE}" srcOrd="4" destOrd="0" parTransId="{6B8166AD-B46E-424A-B751-328ABFCDC4FE}" sibTransId="{0509FD94-0149-4C13-A5C6-D216C8E8B06D}"/>
    <dgm:cxn modelId="{83FAD970-38AB-44E8-97FC-5D58458D6111}" srcId="{C980D4D4-AC3F-4F5B-A914-79EBFEA626D7}" destId="{A26A38C6-AB05-45F7-B5B6-5B28E438ACBD}" srcOrd="0" destOrd="0" parTransId="{10265D2A-1856-4771-B781-727369DAE13D}" sibTransId="{9FB5CE9B-604B-48F2-94CE-0B4A228E5DB3}"/>
    <dgm:cxn modelId="{98688CC5-A4FD-469C-BC6C-ECF9FAD5A0C9}" srcId="{C980D4D4-AC3F-4F5B-A914-79EBFEA626D7}" destId="{DD4B648A-A960-4E02-BA56-1163CBF7693D}" srcOrd="3" destOrd="0" parTransId="{86535936-FED3-49B7-813B-2FBCFDAC82A6}" sibTransId="{AC60C31B-15DE-4656-9233-51D09E49796E}"/>
    <dgm:cxn modelId="{A9603C4F-3666-487D-A0FC-5C1B9ED9067D}" type="presOf" srcId="{2CC72C15-6186-4FA0-9C22-1E6B706090FE}" destId="{C26A68AF-FD85-4144-AD43-5ABDB4DB26C3}" srcOrd="0" destOrd="0" presId="urn:microsoft.com/office/officeart/2008/layout/LinedList"/>
    <dgm:cxn modelId="{3FB29AD4-80A5-43A7-B93E-0CCF611C8A6F}" type="presOf" srcId="{A26A38C6-AB05-45F7-B5B6-5B28E438ACBD}" destId="{180D0190-2D50-44BC-BF08-22136F9282B5}" srcOrd="0" destOrd="0" presId="urn:microsoft.com/office/officeart/2008/layout/LinedList"/>
    <dgm:cxn modelId="{E1904768-D10C-466F-AE2D-FC890B09B873}" type="presOf" srcId="{C980D4D4-AC3F-4F5B-A914-79EBFEA626D7}" destId="{054108EE-0C39-48E5-9905-CBEBD6067F0E}" srcOrd="0" destOrd="0" presId="urn:microsoft.com/office/officeart/2008/layout/LinedList"/>
    <dgm:cxn modelId="{8819BBE6-F2D7-4B1F-9CFA-AB86DE367026}" srcId="{C980D4D4-AC3F-4F5B-A914-79EBFEA626D7}" destId="{56724062-87B0-4C21-B956-B3AAF75C6288}" srcOrd="1" destOrd="0" parTransId="{A10969EC-C81C-4E5B-9790-958C799E3E39}" sibTransId="{341602A4-C7B6-4BAF-9652-B4D48D862F8E}"/>
    <dgm:cxn modelId="{971C4E24-9808-4B4A-B9B7-69910A719834}" type="presOf" srcId="{DD4B648A-A960-4E02-BA56-1163CBF7693D}" destId="{A5D60782-EEE1-458A-8448-1A3AB201D806}" srcOrd="0" destOrd="0" presId="urn:microsoft.com/office/officeart/2008/layout/LinedList"/>
    <dgm:cxn modelId="{D19B099F-BD6D-48D5-807E-A512601640C5}" type="presOf" srcId="{F947263D-9B95-4A8C-8F82-6050EA6ADBEE}" destId="{D285315A-3772-4ACA-A764-A211D8338FC7}" srcOrd="0" destOrd="0" presId="urn:microsoft.com/office/officeart/2008/layout/LinedList"/>
    <dgm:cxn modelId="{494C03ED-9686-45B5-A55A-C464D4E57BDE}" srcId="{C980D4D4-AC3F-4F5B-A914-79EBFEA626D7}" destId="{F947263D-9B95-4A8C-8F82-6050EA6ADBEE}" srcOrd="2" destOrd="0" parTransId="{766AE059-4DB4-4747-B661-2A3DCE61CAC4}" sibTransId="{9D5EA5D2-B824-4151-8D39-8A429F214684}"/>
    <dgm:cxn modelId="{4032DBB9-6AE3-4571-968F-0E13C1CDFCBB}" type="presOf" srcId="{56724062-87B0-4C21-B956-B3AAF75C6288}" destId="{635FAA2A-8923-476A-9B7D-8875ABAD0310}" srcOrd="0" destOrd="0" presId="urn:microsoft.com/office/officeart/2008/layout/LinedList"/>
    <dgm:cxn modelId="{B33FC108-CF7C-45A0-9F99-017778C86471}" type="presParOf" srcId="{054108EE-0C39-48E5-9905-CBEBD6067F0E}" destId="{7BC5CD14-0F02-4F3C-9317-F0FD34ECCF6A}" srcOrd="0" destOrd="0" presId="urn:microsoft.com/office/officeart/2008/layout/LinedList"/>
    <dgm:cxn modelId="{DE3830F4-F922-408E-A8AB-121CDF000F0A}" type="presParOf" srcId="{054108EE-0C39-48E5-9905-CBEBD6067F0E}" destId="{F381AE8E-EFF2-49A2-A9A7-B5516ECA0DE2}" srcOrd="1" destOrd="0" presId="urn:microsoft.com/office/officeart/2008/layout/LinedList"/>
    <dgm:cxn modelId="{AC5F6D16-B497-4DCC-8B87-8BA1FC0F909E}" type="presParOf" srcId="{F381AE8E-EFF2-49A2-A9A7-B5516ECA0DE2}" destId="{180D0190-2D50-44BC-BF08-22136F9282B5}" srcOrd="0" destOrd="0" presId="urn:microsoft.com/office/officeart/2008/layout/LinedList"/>
    <dgm:cxn modelId="{9745323B-964E-4F21-A284-67CE8EC267F4}" type="presParOf" srcId="{F381AE8E-EFF2-49A2-A9A7-B5516ECA0DE2}" destId="{B7D99F8C-913A-4BD4-A254-F3B005D26ABA}" srcOrd="1" destOrd="0" presId="urn:microsoft.com/office/officeart/2008/layout/LinedList"/>
    <dgm:cxn modelId="{DE817BCE-4EED-40D4-8DDB-3288CD44904C}" type="presParOf" srcId="{054108EE-0C39-48E5-9905-CBEBD6067F0E}" destId="{9606FB6C-009F-4827-9A9D-AD0121374FBC}" srcOrd="2" destOrd="0" presId="urn:microsoft.com/office/officeart/2008/layout/LinedList"/>
    <dgm:cxn modelId="{A1EF4368-3DD1-4E82-83E0-97C5338D1C6D}" type="presParOf" srcId="{054108EE-0C39-48E5-9905-CBEBD6067F0E}" destId="{B3A671E5-FB53-47C6-90DB-5BDF0DCE5067}" srcOrd="3" destOrd="0" presId="urn:microsoft.com/office/officeart/2008/layout/LinedList"/>
    <dgm:cxn modelId="{20E55EE6-BCF9-46CD-8C31-DD2330A1D2FD}" type="presParOf" srcId="{B3A671E5-FB53-47C6-90DB-5BDF0DCE5067}" destId="{635FAA2A-8923-476A-9B7D-8875ABAD0310}" srcOrd="0" destOrd="0" presId="urn:microsoft.com/office/officeart/2008/layout/LinedList"/>
    <dgm:cxn modelId="{53197E17-2128-44AC-B1F9-BC631153843D}" type="presParOf" srcId="{B3A671E5-FB53-47C6-90DB-5BDF0DCE5067}" destId="{61C8F959-E25F-451B-A3ED-DB5E7354921F}" srcOrd="1" destOrd="0" presId="urn:microsoft.com/office/officeart/2008/layout/LinedList"/>
    <dgm:cxn modelId="{2266471B-DEE9-4DD3-8FE7-897D44FFA550}" type="presParOf" srcId="{054108EE-0C39-48E5-9905-CBEBD6067F0E}" destId="{DB9E6A79-33D3-4400-81E7-6C59CACF296B}" srcOrd="4" destOrd="0" presId="urn:microsoft.com/office/officeart/2008/layout/LinedList"/>
    <dgm:cxn modelId="{AEE73F12-0D66-4BED-9F2D-BDBE65ADF8B3}" type="presParOf" srcId="{054108EE-0C39-48E5-9905-CBEBD6067F0E}" destId="{BC10495D-3B0C-4CCB-9159-78E33F67276C}" srcOrd="5" destOrd="0" presId="urn:microsoft.com/office/officeart/2008/layout/LinedList"/>
    <dgm:cxn modelId="{8DF6565A-4158-48AB-BE07-EAEA33FEF56A}" type="presParOf" srcId="{BC10495D-3B0C-4CCB-9159-78E33F67276C}" destId="{D285315A-3772-4ACA-A764-A211D8338FC7}" srcOrd="0" destOrd="0" presId="urn:microsoft.com/office/officeart/2008/layout/LinedList"/>
    <dgm:cxn modelId="{EBFEE7DB-0624-4547-82E5-951B1432C95A}" type="presParOf" srcId="{BC10495D-3B0C-4CCB-9159-78E33F67276C}" destId="{2B8B0CF2-B77D-4327-B6EB-B89D0B85B5BF}" srcOrd="1" destOrd="0" presId="urn:microsoft.com/office/officeart/2008/layout/LinedList"/>
    <dgm:cxn modelId="{FC53BF09-397E-4C80-AB14-0BFF515B5F6F}" type="presParOf" srcId="{054108EE-0C39-48E5-9905-CBEBD6067F0E}" destId="{B9E614B0-C0D2-434E-8F83-52ED865FE18C}" srcOrd="6" destOrd="0" presId="urn:microsoft.com/office/officeart/2008/layout/LinedList"/>
    <dgm:cxn modelId="{DB7D493D-06C2-42BC-92C9-F97E1B2864B6}" type="presParOf" srcId="{054108EE-0C39-48E5-9905-CBEBD6067F0E}" destId="{C4B95F26-7AA6-4DF9-BF10-E1584585ED7C}" srcOrd="7" destOrd="0" presId="urn:microsoft.com/office/officeart/2008/layout/LinedList"/>
    <dgm:cxn modelId="{3D4B1ED4-5EBD-4357-8798-BC919BFBD299}" type="presParOf" srcId="{C4B95F26-7AA6-4DF9-BF10-E1584585ED7C}" destId="{A5D60782-EEE1-458A-8448-1A3AB201D806}" srcOrd="0" destOrd="0" presId="urn:microsoft.com/office/officeart/2008/layout/LinedList"/>
    <dgm:cxn modelId="{1498E64F-2277-4266-8367-2B1BEF31C1EB}" type="presParOf" srcId="{C4B95F26-7AA6-4DF9-BF10-E1584585ED7C}" destId="{B597A1D5-80FD-43C2-AE65-E6A11AE1D454}" srcOrd="1" destOrd="0" presId="urn:microsoft.com/office/officeart/2008/layout/LinedList"/>
    <dgm:cxn modelId="{B31F2DB9-E38B-468E-85C6-912CB125370D}" type="presParOf" srcId="{054108EE-0C39-48E5-9905-CBEBD6067F0E}" destId="{63A6E785-A8F8-4077-9CE0-A03104F40126}" srcOrd="8" destOrd="0" presId="urn:microsoft.com/office/officeart/2008/layout/LinedList"/>
    <dgm:cxn modelId="{252F6179-06B6-4ED7-89BE-4BEC60941109}" type="presParOf" srcId="{054108EE-0C39-48E5-9905-CBEBD6067F0E}" destId="{8920440A-974D-4230-8330-38167D58A22C}" srcOrd="9" destOrd="0" presId="urn:microsoft.com/office/officeart/2008/layout/LinedList"/>
    <dgm:cxn modelId="{89EC8DA5-F445-47FE-AB43-9234EADCBB84}" type="presParOf" srcId="{8920440A-974D-4230-8330-38167D58A22C}" destId="{C26A68AF-FD85-4144-AD43-5ABDB4DB26C3}" srcOrd="0" destOrd="0" presId="urn:microsoft.com/office/officeart/2008/layout/LinedList"/>
    <dgm:cxn modelId="{BA5FA5F7-3423-405E-8B3E-E4AE5E1B1B11}" type="presParOf" srcId="{8920440A-974D-4230-8330-38167D58A22C}" destId="{3A38F8EF-7477-453F-AE2C-0B6B80A077F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73D69C-00A7-493B-9CE4-67F0946DDF91}">
      <dsp:nvSpPr>
        <dsp:cNvPr id="0" name=""/>
        <dsp:cNvSpPr/>
      </dsp:nvSpPr>
      <dsp:spPr>
        <a:xfrm>
          <a:off x="0" y="0"/>
          <a:ext cx="7484454" cy="72420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SzPct val="100000"/>
            <a:buFont typeface="+mj-lt"/>
            <a:buNone/>
          </a:pPr>
          <a:r>
            <a:rPr lang="en-US" sz="2500" kern="1200" dirty="0"/>
            <a:t>Algorithms with Numbers</a:t>
          </a:r>
          <a:endParaRPr lang="ko-KR" sz="2500" kern="1200" dirty="0"/>
        </a:p>
      </dsp:txBody>
      <dsp:txXfrm>
        <a:off x="21211" y="21211"/>
        <a:ext cx="6618249" cy="681782"/>
      </dsp:txXfrm>
    </dsp:sp>
    <dsp:sp modelId="{A0643E9B-53AF-407F-8C6F-C64469FDCF07}">
      <dsp:nvSpPr>
        <dsp:cNvPr id="0" name=""/>
        <dsp:cNvSpPr/>
      </dsp:nvSpPr>
      <dsp:spPr>
        <a:xfrm>
          <a:off x="558904" y="824788"/>
          <a:ext cx="7484454" cy="724204"/>
        </a:xfrm>
        <a:prstGeom prst="roundRect">
          <a:avLst>
            <a:gd name="adj" fmla="val 10000"/>
          </a:avLst>
        </a:prstGeom>
        <a:solidFill>
          <a:schemeClr val="accent2">
            <a:hueOff val="130477"/>
            <a:satOff val="-8404"/>
            <a:lumOff val="-49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Divide-and-Conquer Algorithms</a:t>
          </a:r>
          <a:endParaRPr lang="ko-KR" sz="2500" kern="1200" dirty="0"/>
        </a:p>
      </dsp:txBody>
      <dsp:txXfrm>
        <a:off x="580115" y="845999"/>
        <a:ext cx="6412395" cy="681782"/>
      </dsp:txXfrm>
    </dsp:sp>
    <dsp:sp modelId="{87647CF4-C877-4D5B-B468-E8DD74989A16}">
      <dsp:nvSpPr>
        <dsp:cNvPr id="0" name=""/>
        <dsp:cNvSpPr/>
      </dsp:nvSpPr>
      <dsp:spPr>
        <a:xfrm>
          <a:off x="1117808" y="1649577"/>
          <a:ext cx="7484454" cy="724204"/>
        </a:xfrm>
        <a:prstGeom prst="roundRect">
          <a:avLst>
            <a:gd name="adj" fmla="val 10000"/>
          </a:avLst>
        </a:prstGeom>
        <a:solidFill>
          <a:schemeClr val="accent2">
            <a:hueOff val="260954"/>
            <a:satOff val="-16808"/>
            <a:lumOff val="-98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Basic of Graph</a:t>
          </a:r>
          <a:endParaRPr lang="ko-KR" sz="2500" kern="1200" dirty="0"/>
        </a:p>
      </dsp:txBody>
      <dsp:txXfrm>
        <a:off x="1139019" y="1670788"/>
        <a:ext cx="6412395" cy="681782"/>
      </dsp:txXfrm>
    </dsp:sp>
    <dsp:sp modelId="{5F3BECA5-610A-4CF0-835E-5BAC5021AD7E}">
      <dsp:nvSpPr>
        <dsp:cNvPr id="0" name=""/>
        <dsp:cNvSpPr/>
      </dsp:nvSpPr>
      <dsp:spPr>
        <a:xfrm>
          <a:off x="1676712" y="2474366"/>
          <a:ext cx="7484454" cy="724204"/>
        </a:xfrm>
        <a:prstGeom prst="roundRect">
          <a:avLst>
            <a:gd name="adj" fmla="val 10000"/>
          </a:avLst>
        </a:prstGeom>
        <a:solidFill>
          <a:schemeClr val="accent2">
            <a:hueOff val="391430"/>
            <a:satOff val="-25212"/>
            <a:lumOff val="-147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Greedy Algorithms</a:t>
          </a:r>
          <a:endParaRPr lang="ko-KR" sz="2500" kern="1200"/>
        </a:p>
      </dsp:txBody>
      <dsp:txXfrm>
        <a:off x="1697923" y="2495577"/>
        <a:ext cx="6412395" cy="681782"/>
      </dsp:txXfrm>
    </dsp:sp>
    <dsp:sp modelId="{10BCC0EF-6039-4A36-9442-7562F8CF8F2B}">
      <dsp:nvSpPr>
        <dsp:cNvPr id="0" name=""/>
        <dsp:cNvSpPr/>
      </dsp:nvSpPr>
      <dsp:spPr>
        <a:xfrm>
          <a:off x="2235616" y="3299155"/>
          <a:ext cx="7484454" cy="724204"/>
        </a:xfrm>
        <a:prstGeom prst="roundRect">
          <a:avLst>
            <a:gd name="adj" fmla="val 10000"/>
          </a:avLst>
        </a:prstGeom>
        <a:solidFill>
          <a:schemeClr val="accent2">
            <a:hueOff val="521907"/>
            <a:satOff val="-33616"/>
            <a:lumOff val="-196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Dynamic Programming</a:t>
          </a:r>
          <a:endParaRPr lang="ko-KR" sz="2500" kern="1200"/>
        </a:p>
      </dsp:txBody>
      <dsp:txXfrm>
        <a:off x="2256827" y="3320366"/>
        <a:ext cx="6412395" cy="681782"/>
      </dsp:txXfrm>
    </dsp:sp>
    <dsp:sp modelId="{ED6C6050-C06F-4CAE-908E-48E8D08D3B1D}">
      <dsp:nvSpPr>
        <dsp:cNvPr id="0" name=""/>
        <dsp:cNvSpPr/>
      </dsp:nvSpPr>
      <dsp:spPr>
        <a:xfrm>
          <a:off x="7013721" y="529071"/>
          <a:ext cx="470733" cy="470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600" kern="1200"/>
        </a:p>
      </dsp:txBody>
      <dsp:txXfrm>
        <a:off x="7119636" y="529071"/>
        <a:ext cx="258903" cy="354227"/>
      </dsp:txXfrm>
    </dsp:sp>
    <dsp:sp modelId="{E16B35DE-ED72-4771-8610-DA68F161EB2A}">
      <dsp:nvSpPr>
        <dsp:cNvPr id="0" name=""/>
        <dsp:cNvSpPr/>
      </dsp:nvSpPr>
      <dsp:spPr>
        <a:xfrm>
          <a:off x="7572625" y="1353860"/>
          <a:ext cx="470733" cy="470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70853"/>
            <a:satOff val="-8579"/>
            <a:lumOff val="-47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270853"/>
              <a:satOff val="-8579"/>
              <a:lumOff val="-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600" kern="1200"/>
        </a:p>
      </dsp:txBody>
      <dsp:txXfrm>
        <a:off x="7678540" y="1353860"/>
        <a:ext cx="258903" cy="354227"/>
      </dsp:txXfrm>
    </dsp:sp>
    <dsp:sp modelId="{01A14F3F-1703-4F97-A841-5F0D58B911D0}">
      <dsp:nvSpPr>
        <dsp:cNvPr id="0" name=""/>
        <dsp:cNvSpPr/>
      </dsp:nvSpPr>
      <dsp:spPr>
        <a:xfrm>
          <a:off x="8131529" y="2166579"/>
          <a:ext cx="470733" cy="470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41706"/>
            <a:satOff val="-17158"/>
            <a:lumOff val="-942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541706"/>
              <a:satOff val="-17158"/>
              <a:lumOff val="-94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600" kern="1200"/>
        </a:p>
      </dsp:txBody>
      <dsp:txXfrm>
        <a:off x="8237444" y="2166579"/>
        <a:ext cx="258903" cy="354227"/>
      </dsp:txXfrm>
    </dsp:sp>
    <dsp:sp modelId="{F42C0E9F-F73F-4FA2-8AB9-30864FB616EA}">
      <dsp:nvSpPr>
        <dsp:cNvPr id="0" name=""/>
        <dsp:cNvSpPr/>
      </dsp:nvSpPr>
      <dsp:spPr>
        <a:xfrm>
          <a:off x="8690433" y="2999414"/>
          <a:ext cx="470733" cy="470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812559"/>
            <a:satOff val="-25737"/>
            <a:lumOff val="-1413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812559"/>
              <a:satOff val="-25737"/>
              <a:lumOff val="-14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600" kern="1200"/>
        </a:p>
      </dsp:txBody>
      <dsp:txXfrm>
        <a:off x="8796348" y="2999414"/>
        <a:ext cx="258903" cy="3542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25F064-85DA-4650-8BF7-2E6B8709597C}">
      <dsp:nvSpPr>
        <dsp:cNvPr id="0" name=""/>
        <dsp:cNvSpPr/>
      </dsp:nvSpPr>
      <dsp:spPr>
        <a:xfrm>
          <a:off x="0" y="0"/>
          <a:ext cx="7776056" cy="88513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SzPct val="100000"/>
            <a:buFont typeface="+mj-lt"/>
            <a:buNone/>
          </a:pPr>
          <a:r>
            <a:rPr lang="en-US" sz="3000" kern="1200"/>
            <a:t>Network Flow</a:t>
          </a:r>
          <a:endParaRPr lang="ko-KR" sz="3000" kern="1200"/>
        </a:p>
      </dsp:txBody>
      <dsp:txXfrm>
        <a:off x="25925" y="25925"/>
        <a:ext cx="6746127" cy="833289"/>
      </dsp:txXfrm>
    </dsp:sp>
    <dsp:sp modelId="{2CB8AF54-919D-4623-81BC-10B08F20F934}">
      <dsp:nvSpPr>
        <dsp:cNvPr id="0" name=""/>
        <dsp:cNvSpPr/>
      </dsp:nvSpPr>
      <dsp:spPr>
        <a:xfrm>
          <a:off x="651244" y="1046073"/>
          <a:ext cx="7776056" cy="885139"/>
        </a:xfrm>
        <a:prstGeom prst="roundRect">
          <a:avLst>
            <a:gd name="adj" fmla="val 10000"/>
          </a:avLst>
        </a:prstGeom>
        <a:solidFill>
          <a:schemeClr val="accent5">
            <a:hueOff val="3480166"/>
            <a:satOff val="-8347"/>
            <a:lumOff val="65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Linear Programming</a:t>
          </a:r>
          <a:endParaRPr lang="ko-KR" sz="3000" kern="1200"/>
        </a:p>
      </dsp:txBody>
      <dsp:txXfrm>
        <a:off x="677169" y="1071998"/>
        <a:ext cx="6497621" cy="833289"/>
      </dsp:txXfrm>
    </dsp:sp>
    <dsp:sp modelId="{1F4AA7FA-EE67-4C22-A8E9-EFCB89C33F28}">
      <dsp:nvSpPr>
        <dsp:cNvPr id="0" name=""/>
        <dsp:cNvSpPr/>
      </dsp:nvSpPr>
      <dsp:spPr>
        <a:xfrm>
          <a:off x="1292769" y="2092147"/>
          <a:ext cx="7776056" cy="885139"/>
        </a:xfrm>
        <a:prstGeom prst="roundRect">
          <a:avLst>
            <a:gd name="adj" fmla="val 10000"/>
          </a:avLst>
        </a:prstGeom>
        <a:solidFill>
          <a:schemeClr val="accent5">
            <a:hueOff val="6960331"/>
            <a:satOff val="-16693"/>
            <a:lumOff val="130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P, NP, NP-complete</a:t>
          </a:r>
          <a:endParaRPr lang="ko-KR" sz="3000" kern="1200"/>
        </a:p>
      </dsp:txBody>
      <dsp:txXfrm>
        <a:off x="1318694" y="2118072"/>
        <a:ext cx="6507341" cy="833289"/>
      </dsp:txXfrm>
    </dsp:sp>
    <dsp:sp modelId="{268F52B5-008B-4CFD-AAF7-C5C606E72146}">
      <dsp:nvSpPr>
        <dsp:cNvPr id="0" name=""/>
        <dsp:cNvSpPr/>
      </dsp:nvSpPr>
      <dsp:spPr>
        <a:xfrm>
          <a:off x="1944014" y="3138220"/>
          <a:ext cx="7776056" cy="885139"/>
        </a:xfrm>
        <a:prstGeom prst="roundRect">
          <a:avLst>
            <a:gd name="adj" fmla="val 10000"/>
          </a:avLst>
        </a:prstGeom>
        <a:solidFill>
          <a:schemeClr val="accent5">
            <a:hueOff val="10440497"/>
            <a:satOff val="-25040"/>
            <a:lumOff val="196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Coping with NP-completeness</a:t>
          </a:r>
          <a:endParaRPr lang="ko-KR" sz="3000" kern="1200"/>
        </a:p>
      </dsp:txBody>
      <dsp:txXfrm>
        <a:off x="1969939" y="3164145"/>
        <a:ext cx="6497621" cy="833289"/>
      </dsp:txXfrm>
    </dsp:sp>
    <dsp:sp modelId="{722293F0-A9ED-48D4-A021-B0CA7174FE56}">
      <dsp:nvSpPr>
        <dsp:cNvPr id="0" name=""/>
        <dsp:cNvSpPr/>
      </dsp:nvSpPr>
      <dsp:spPr>
        <a:xfrm>
          <a:off x="7200716" y="677936"/>
          <a:ext cx="575340" cy="57534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900" kern="1200"/>
        </a:p>
      </dsp:txBody>
      <dsp:txXfrm>
        <a:off x="7330168" y="677936"/>
        <a:ext cx="316437" cy="432943"/>
      </dsp:txXfrm>
    </dsp:sp>
    <dsp:sp modelId="{98255E50-6A4D-4AE4-BF18-2E39393CD22F}">
      <dsp:nvSpPr>
        <dsp:cNvPr id="0" name=""/>
        <dsp:cNvSpPr/>
      </dsp:nvSpPr>
      <dsp:spPr>
        <a:xfrm>
          <a:off x="7851961" y="1724009"/>
          <a:ext cx="575340" cy="57534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5403947"/>
            <a:satOff val="-6012"/>
            <a:lumOff val="-23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900" kern="1200"/>
        </a:p>
      </dsp:txBody>
      <dsp:txXfrm>
        <a:off x="7981413" y="1724009"/>
        <a:ext cx="316437" cy="432943"/>
      </dsp:txXfrm>
    </dsp:sp>
    <dsp:sp modelId="{558CC824-7041-427C-8633-1E5468E886E4}">
      <dsp:nvSpPr>
        <dsp:cNvPr id="0" name=""/>
        <dsp:cNvSpPr/>
      </dsp:nvSpPr>
      <dsp:spPr>
        <a:xfrm>
          <a:off x="8493485" y="2770083"/>
          <a:ext cx="575340" cy="57534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10807894"/>
            <a:satOff val="-12023"/>
            <a:lumOff val="-47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900" kern="1200"/>
        </a:p>
      </dsp:txBody>
      <dsp:txXfrm>
        <a:off x="8622937" y="2770083"/>
        <a:ext cx="316437" cy="4329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FE6301-0680-4BE5-9B9C-4F383C37BA0C}">
      <dsp:nvSpPr>
        <dsp:cNvPr id="0" name=""/>
        <dsp:cNvSpPr/>
      </dsp:nvSpPr>
      <dsp:spPr>
        <a:xfrm>
          <a:off x="5611" y="1232128"/>
          <a:ext cx="1559103" cy="155910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SzPct val="100000"/>
            <a:buFont typeface="+mj-lt"/>
            <a:buNone/>
          </a:pPr>
          <a:r>
            <a:rPr lang="ko-KR" altLang="en-US" sz="2600" kern="1200" dirty="0"/>
            <a:t>직관적 이해</a:t>
          </a:r>
        </a:p>
      </dsp:txBody>
      <dsp:txXfrm>
        <a:off x="233936" y="1460453"/>
        <a:ext cx="1102453" cy="1102453"/>
      </dsp:txXfrm>
    </dsp:sp>
    <dsp:sp modelId="{DFC9BCB0-114E-4301-93E7-A17D87D9B0C2}">
      <dsp:nvSpPr>
        <dsp:cNvPr id="0" name=""/>
        <dsp:cNvSpPr/>
      </dsp:nvSpPr>
      <dsp:spPr>
        <a:xfrm>
          <a:off x="1691314" y="1559540"/>
          <a:ext cx="904279" cy="904279"/>
        </a:xfrm>
        <a:prstGeom prst="mathPlus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1811176" y="1905336"/>
        <a:ext cx="664555" cy="212687"/>
      </dsp:txXfrm>
    </dsp:sp>
    <dsp:sp modelId="{0FD703D0-C637-4EFB-8E55-AF63152E79E4}">
      <dsp:nvSpPr>
        <dsp:cNvPr id="0" name=""/>
        <dsp:cNvSpPr/>
      </dsp:nvSpPr>
      <dsp:spPr>
        <a:xfrm>
          <a:off x="2722193" y="1232128"/>
          <a:ext cx="1559103" cy="1559103"/>
        </a:xfrm>
        <a:prstGeom prst="ellipse">
          <a:avLst/>
        </a:prstGeom>
        <a:solidFill>
          <a:schemeClr val="accent5">
            <a:hueOff val="3480166"/>
            <a:satOff val="-8347"/>
            <a:lumOff val="65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600" kern="1200"/>
            <a:t>수학적 증명</a:t>
          </a:r>
        </a:p>
      </dsp:txBody>
      <dsp:txXfrm>
        <a:off x="2950518" y="1460453"/>
        <a:ext cx="1102453" cy="1102453"/>
      </dsp:txXfrm>
    </dsp:sp>
    <dsp:sp modelId="{E790DF04-1F25-41C7-9F5B-1FB9F91CB2B8}">
      <dsp:nvSpPr>
        <dsp:cNvPr id="0" name=""/>
        <dsp:cNvSpPr/>
      </dsp:nvSpPr>
      <dsp:spPr>
        <a:xfrm>
          <a:off x="4407895" y="1559540"/>
          <a:ext cx="904279" cy="904279"/>
        </a:xfrm>
        <a:prstGeom prst="mathPlus">
          <a:avLst/>
        </a:prstGeom>
        <a:solidFill>
          <a:schemeClr val="accent5">
            <a:hueOff val="5220249"/>
            <a:satOff val="-12520"/>
            <a:lumOff val="98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4527757" y="1905336"/>
        <a:ext cx="664555" cy="212687"/>
      </dsp:txXfrm>
    </dsp:sp>
    <dsp:sp modelId="{548EFD1C-E4F3-4059-BC2D-DFEAC4BC58C4}">
      <dsp:nvSpPr>
        <dsp:cNvPr id="0" name=""/>
        <dsp:cNvSpPr/>
      </dsp:nvSpPr>
      <dsp:spPr>
        <a:xfrm>
          <a:off x="5438774" y="1232128"/>
          <a:ext cx="1559103" cy="1559103"/>
        </a:xfrm>
        <a:prstGeom prst="ellipse">
          <a:avLst/>
        </a:prstGeom>
        <a:solidFill>
          <a:schemeClr val="accent5">
            <a:hueOff val="6960331"/>
            <a:satOff val="-16693"/>
            <a:lumOff val="130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600" kern="1200" dirty="0"/>
            <a:t>시간 </a:t>
          </a:r>
          <a:r>
            <a:rPr lang="en-US" altLang="ko-KR" sz="2600" kern="1200" dirty="0"/>
            <a:t>   </a:t>
          </a:r>
          <a:r>
            <a:rPr lang="ko-KR" sz="2600" kern="1200" dirty="0"/>
            <a:t>복잡도</a:t>
          </a:r>
        </a:p>
      </dsp:txBody>
      <dsp:txXfrm>
        <a:off x="5667099" y="1460453"/>
        <a:ext cx="1102453" cy="1102453"/>
      </dsp:txXfrm>
    </dsp:sp>
    <dsp:sp modelId="{25ED26CD-B5EA-488F-A5DB-0739E42AD2FC}">
      <dsp:nvSpPr>
        <dsp:cNvPr id="0" name=""/>
        <dsp:cNvSpPr/>
      </dsp:nvSpPr>
      <dsp:spPr>
        <a:xfrm>
          <a:off x="7124476" y="1559540"/>
          <a:ext cx="904279" cy="904279"/>
        </a:xfrm>
        <a:prstGeom prst="mathEqual">
          <a:avLst/>
        </a:prstGeom>
        <a:solidFill>
          <a:schemeClr val="accent5">
            <a:hueOff val="10440497"/>
            <a:satOff val="-25040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2100" kern="1200"/>
        </a:p>
      </dsp:txBody>
      <dsp:txXfrm>
        <a:off x="7244338" y="1745821"/>
        <a:ext cx="664555" cy="531717"/>
      </dsp:txXfrm>
    </dsp:sp>
    <dsp:sp modelId="{5B8453E5-8C5D-448E-A1DA-822589B069FB}">
      <dsp:nvSpPr>
        <dsp:cNvPr id="0" name=""/>
        <dsp:cNvSpPr/>
      </dsp:nvSpPr>
      <dsp:spPr>
        <a:xfrm>
          <a:off x="8155355" y="1232128"/>
          <a:ext cx="1559103" cy="1559103"/>
        </a:xfrm>
        <a:prstGeom prst="ellipse">
          <a:avLst/>
        </a:prstGeom>
        <a:solidFill>
          <a:schemeClr val="accent5">
            <a:hueOff val="10440497"/>
            <a:satOff val="-25040"/>
            <a:lumOff val="196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600" kern="1200" dirty="0"/>
            <a:t>이론적 정복</a:t>
          </a:r>
        </a:p>
      </dsp:txBody>
      <dsp:txXfrm>
        <a:off x="8383680" y="1460453"/>
        <a:ext cx="1102453" cy="11024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C9379A-D4FF-434F-B79E-828B32FDF19B}">
      <dsp:nvSpPr>
        <dsp:cNvPr id="0" name=""/>
        <dsp:cNvSpPr/>
      </dsp:nvSpPr>
      <dsp:spPr>
        <a:xfrm>
          <a:off x="0" y="40717"/>
          <a:ext cx="9720071" cy="5845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900" kern="1200"/>
            <a:t>이학적 특징</a:t>
          </a:r>
        </a:p>
      </dsp:txBody>
      <dsp:txXfrm>
        <a:off x="28537" y="69254"/>
        <a:ext cx="9662997" cy="527505"/>
      </dsp:txXfrm>
    </dsp:sp>
    <dsp:sp modelId="{05CC5114-72B7-411D-B335-C265CB7E38F2}">
      <dsp:nvSpPr>
        <dsp:cNvPr id="0" name=""/>
        <dsp:cNvSpPr/>
      </dsp:nvSpPr>
      <dsp:spPr>
        <a:xfrm>
          <a:off x="0" y="625297"/>
          <a:ext cx="9720071" cy="2084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8612" tIns="24130" rIns="135128" bIns="24130" numCol="1" spcCol="1270" anchor="t" anchorCtr="0">
          <a:noAutofit/>
        </a:bodyPr>
        <a:lstStyle/>
        <a:p>
          <a:pPr marL="114300" lvl="1" indent="-114300" algn="l" defTabSz="666750" rtl="0" eaLnBrk="1" latinLnBrk="1" hangingPunct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sz="1500" kern="1200"/>
            <a:t>알고리즘이 정말로 정확한가</a:t>
          </a:r>
          <a:r>
            <a:rPr lang="en-US" sz="1500" kern="1200"/>
            <a:t>? (Correctness)</a:t>
          </a:r>
          <a:endParaRPr lang="ko-KR" sz="1500" kern="1200"/>
        </a:p>
        <a:p>
          <a:pPr marL="114300" lvl="1" indent="-114300" algn="l" defTabSz="666750" rtl="0" eaLnBrk="1" latinLnBrk="1" hangingPunct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sz="1500" kern="1200"/>
            <a:t>알고리즘이 얼마나 효율적으로 동작하는가</a:t>
          </a:r>
          <a:r>
            <a:rPr lang="en-US" sz="1500" kern="1200"/>
            <a:t>? (Efficiency)</a:t>
          </a:r>
          <a:endParaRPr lang="ko-KR" sz="1500" kern="1200"/>
        </a:p>
        <a:p>
          <a:pPr marL="228600" lvl="2" indent="-114300" algn="l" defTabSz="666750" rtl="0" eaLnBrk="1" latinLnBrk="1" hangingPunct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sz="1500" kern="1200"/>
            <a:t>최악의 경우에는 어떻게 동작하는가</a:t>
          </a:r>
          <a:r>
            <a:rPr lang="en-US" sz="1500" kern="1200"/>
            <a:t>? (Worst-case Analysis, Upper Bound)</a:t>
          </a:r>
          <a:endParaRPr lang="ko-KR" sz="1500" kern="1200"/>
        </a:p>
        <a:p>
          <a:pPr marL="228600" lvl="2" indent="-114300" algn="l" defTabSz="666750" rtl="0" eaLnBrk="1" latinLnBrk="1" hangingPunct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sz="1500" kern="1200"/>
            <a:t>최</a:t>
          </a:r>
          <a:r>
            <a:rPr lang="ko-KR" altLang="en-US" sz="1500" kern="1200"/>
            <a:t>선</a:t>
          </a:r>
          <a:r>
            <a:rPr lang="ko-KR" sz="1500" kern="1200"/>
            <a:t>의 </a:t>
          </a:r>
          <a:r>
            <a:rPr lang="ko-KR" sz="1500" kern="1200" dirty="0"/>
            <a:t>경우에는 어떻게 동작하는가</a:t>
          </a:r>
          <a:r>
            <a:rPr lang="en-US" sz="1500" kern="1200" dirty="0"/>
            <a:t>? (Best-case Analysis, Lower Bound)</a:t>
          </a:r>
          <a:endParaRPr lang="ko-KR" sz="1500" kern="1200" dirty="0"/>
        </a:p>
        <a:p>
          <a:pPr marL="228600" lvl="2" indent="-114300" algn="l" defTabSz="666750" rtl="0" eaLnBrk="1" latinLnBrk="1" hangingPunct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sz="1500" kern="1200"/>
            <a:t>평균적인 경우에는 어떻게 동작하는가</a:t>
          </a:r>
          <a:r>
            <a:rPr lang="en-US" sz="1500" kern="1200"/>
            <a:t>? (Average-case Analysis, Randomized Input)</a:t>
          </a:r>
          <a:endParaRPr lang="ko-KR" sz="1500" kern="1200"/>
        </a:p>
        <a:p>
          <a:pPr marL="228600" lvl="2" indent="-114300" algn="l" defTabSz="666750" rtl="0" eaLnBrk="1" latinLnBrk="1" hangingPunct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sz="1500" kern="1200"/>
            <a:t>전체적인 동작 시간 속에서 단위 동작은 어떤가</a:t>
          </a:r>
          <a:r>
            <a:rPr lang="en-US" sz="1500" kern="1200"/>
            <a:t>? (Amortized Analysis)</a:t>
          </a:r>
          <a:endParaRPr lang="ko-KR" sz="1500" kern="1200"/>
        </a:p>
      </dsp:txBody>
      <dsp:txXfrm>
        <a:off x="0" y="625297"/>
        <a:ext cx="9720071" cy="2084490"/>
      </dsp:txXfrm>
    </dsp:sp>
    <dsp:sp modelId="{12B83B7C-D244-422F-838E-F4AECFA273EA}">
      <dsp:nvSpPr>
        <dsp:cNvPr id="0" name=""/>
        <dsp:cNvSpPr/>
      </dsp:nvSpPr>
      <dsp:spPr>
        <a:xfrm>
          <a:off x="0" y="2709787"/>
          <a:ext cx="9720071" cy="5845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900" kern="1200"/>
            <a:t>공학적 특징</a:t>
          </a:r>
        </a:p>
      </dsp:txBody>
      <dsp:txXfrm>
        <a:off x="28537" y="2738324"/>
        <a:ext cx="9662997" cy="527505"/>
      </dsp:txXfrm>
    </dsp:sp>
    <dsp:sp modelId="{4E9EE82A-37CA-4DD6-87FB-6E5493A47EEE}">
      <dsp:nvSpPr>
        <dsp:cNvPr id="0" name=""/>
        <dsp:cNvSpPr/>
      </dsp:nvSpPr>
      <dsp:spPr>
        <a:xfrm>
          <a:off x="0" y="3294367"/>
          <a:ext cx="9720071" cy="68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8612" tIns="24130" rIns="135128" bIns="24130" numCol="1" spcCol="1270" anchor="t" anchorCtr="0">
          <a:noAutofit/>
        </a:bodyPr>
        <a:lstStyle/>
        <a:p>
          <a:pPr marL="114300" lvl="1" indent="-114300" algn="l" defTabSz="666750" rtl="0" eaLnBrk="1" latinLnBrk="1" hangingPunct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sz="1500" kern="1200"/>
            <a:t>알고리즘을 어떻게 구현할 것인가</a:t>
          </a:r>
          <a:r>
            <a:rPr lang="en-US" sz="1500" kern="1200"/>
            <a:t>? (Implementation)</a:t>
          </a:r>
          <a:endParaRPr lang="ko-KR" sz="1500" kern="1200"/>
        </a:p>
        <a:p>
          <a:pPr marL="114300" lvl="1" indent="-114300" algn="l" defTabSz="666750" rtl="0" eaLnBrk="1" latinLnBrk="1" hangingPunct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sz="1500" kern="1200"/>
            <a:t>단위 동작 시간을 어떻게 줄일까</a:t>
          </a:r>
          <a:r>
            <a:rPr lang="en-US" sz="1500" kern="1200"/>
            <a:t>? </a:t>
          </a:r>
          <a:r>
            <a:rPr lang="ko-KR" sz="1500" kern="1200"/>
            <a:t>단위 동작의 횟수를 어떻게 줄일까</a:t>
          </a:r>
          <a:r>
            <a:rPr lang="en-US" sz="1500" kern="1200"/>
            <a:t>? (Hueristics)</a:t>
          </a:r>
          <a:endParaRPr lang="ko-KR" sz="1500" kern="1200"/>
        </a:p>
      </dsp:txBody>
      <dsp:txXfrm>
        <a:off x="0" y="3294367"/>
        <a:ext cx="9720071" cy="6882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C5CD14-0F02-4F3C-9317-F0FD34ECCF6A}">
      <dsp:nvSpPr>
        <dsp:cNvPr id="0" name=""/>
        <dsp:cNvSpPr/>
      </dsp:nvSpPr>
      <dsp:spPr>
        <a:xfrm>
          <a:off x="0" y="491"/>
          <a:ext cx="972007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0D0190-2D50-44BC-BF08-22136F9282B5}">
      <dsp:nvSpPr>
        <dsp:cNvPr id="0" name=""/>
        <dsp:cNvSpPr/>
      </dsp:nvSpPr>
      <dsp:spPr>
        <a:xfrm>
          <a:off x="0" y="491"/>
          <a:ext cx="9720071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900" kern="1200" dirty="0"/>
            <a:t>양성봉 교수님의 순서를 따릅니다</a:t>
          </a:r>
          <a:r>
            <a:rPr lang="en-US" sz="2900" kern="1200" dirty="0"/>
            <a:t>.</a:t>
          </a:r>
          <a:endParaRPr lang="ko-KR" sz="2900" kern="1200" dirty="0"/>
        </a:p>
      </dsp:txBody>
      <dsp:txXfrm>
        <a:off x="0" y="491"/>
        <a:ext cx="9720071" cy="804475"/>
      </dsp:txXfrm>
    </dsp:sp>
    <dsp:sp modelId="{9606FB6C-009F-4827-9A9D-AD0121374FBC}">
      <dsp:nvSpPr>
        <dsp:cNvPr id="0" name=""/>
        <dsp:cNvSpPr/>
      </dsp:nvSpPr>
      <dsp:spPr>
        <a:xfrm>
          <a:off x="0" y="804966"/>
          <a:ext cx="972007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5FAA2A-8923-476A-9B7D-8875ABAD0310}">
      <dsp:nvSpPr>
        <dsp:cNvPr id="0" name=""/>
        <dsp:cNvSpPr/>
      </dsp:nvSpPr>
      <dsp:spPr>
        <a:xfrm>
          <a:off x="0" y="804966"/>
          <a:ext cx="9720071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900" kern="1200"/>
            <a:t>알고리즘의 직관적인 이해를 가장 우선시 합니다</a:t>
          </a:r>
          <a:r>
            <a:rPr lang="en-US" sz="2900" kern="1200"/>
            <a:t>.</a:t>
          </a:r>
          <a:endParaRPr lang="ko-KR" sz="2900" kern="1200"/>
        </a:p>
      </dsp:txBody>
      <dsp:txXfrm>
        <a:off x="0" y="804966"/>
        <a:ext cx="9720071" cy="804475"/>
      </dsp:txXfrm>
    </dsp:sp>
    <dsp:sp modelId="{DB9E6A79-33D3-4400-81E7-6C59CACF296B}">
      <dsp:nvSpPr>
        <dsp:cNvPr id="0" name=""/>
        <dsp:cNvSpPr/>
      </dsp:nvSpPr>
      <dsp:spPr>
        <a:xfrm>
          <a:off x="0" y="1609442"/>
          <a:ext cx="972007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5315A-3772-4ACA-A764-A211D8338FC7}">
      <dsp:nvSpPr>
        <dsp:cNvPr id="0" name=""/>
        <dsp:cNvSpPr/>
      </dsp:nvSpPr>
      <dsp:spPr>
        <a:xfrm>
          <a:off x="0" y="1609442"/>
          <a:ext cx="9720071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900" kern="1200"/>
            <a:t>엄밀한 수학적 증명도 함께 다룹니다</a:t>
          </a:r>
          <a:r>
            <a:rPr lang="en-US" sz="2900" kern="1200"/>
            <a:t>.</a:t>
          </a:r>
          <a:endParaRPr lang="ko-KR" sz="2900" kern="1200"/>
        </a:p>
      </dsp:txBody>
      <dsp:txXfrm>
        <a:off x="0" y="1609442"/>
        <a:ext cx="9720071" cy="804475"/>
      </dsp:txXfrm>
    </dsp:sp>
    <dsp:sp modelId="{B9E614B0-C0D2-434E-8F83-52ED865FE18C}">
      <dsp:nvSpPr>
        <dsp:cNvPr id="0" name=""/>
        <dsp:cNvSpPr/>
      </dsp:nvSpPr>
      <dsp:spPr>
        <a:xfrm>
          <a:off x="0" y="2413917"/>
          <a:ext cx="972007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60782-EEE1-458A-8448-1A3AB201D806}">
      <dsp:nvSpPr>
        <dsp:cNvPr id="0" name=""/>
        <dsp:cNvSpPr/>
      </dsp:nvSpPr>
      <dsp:spPr>
        <a:xfrm>
          <a:off x="0" y="2413917"/>
          <a:ext cx="9720071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900" kern="1200"/>
            <a:t>알고리즘의 구현은 다루지 않습니다</a:t>
          </a:r>
          <a:r>
            <a:rPr lang="en-US" sz="2900" kern="1200"/>
            <a:t>.</a:t>
          </a:r>
          <a:endParaRPr lang="ko-KR" sz="2900" kern="1200"/>
        </a:p>
      </dsp:txBody>
      <dsp:txXfrm>
        <a:off x="0" y="2413917"/>
        <a:ext cx="9720071" cy="804475"/>
      </dsp:txXfrm>
    </dsp:sp>
    <dsp:sp modelId="{63A6E785-A8F8-4077-9CE0-A03104F40126}">
      <dsp:nvSpPr>
        <dsp:cNvPr id="0" name=""/>
        <dsp:cNvSpPr/>
      </dsp:nvSpPr>
      <dsp:spPr>
        <a:xfrm>
          <a:off x="0" y="3218393"/>
          <a:ext cx="972007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6A68AF-FD85-4144-AD43-5ABDB4DB26C3}">
      <dsp:nvSpPr>
        <dsp:cNvPr id="0" name=""/>
        <dsp:cNvSpPr/>
      </dsp:nvSpPr>
      <dsp:spPr>
        <a:xfrm>
          <a:off x="0" y="3218393"/>
          <a:ext cx="9720071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900" kern="1200"/>
            <a:t>여러분의 적극적인 참여가 더욱 의미 있는 튜터링을 만듭니다</a:t>
          </a:r>
        </a:p>
      </dsp:txBody>
      <dsp:txXfrm>
        <a:off x="0" y="3218393"/>
        <a:ext cx="9720071" cy="8044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cap="small" spc="2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A069CB8-F204-4D06-B913-C5A26A89888A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09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750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cap="small" spc="2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233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343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127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207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229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1A48-F18A-45B3-BC05-1E27DA3F88AF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394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841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79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269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DC5B261-8843-42D1-AAFC-05E20E2D9B97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647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hf sldNum="0"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5000" kern="1200" cap="none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syh5477@gmail.com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Algorithm Analysis</a:t>
            </a:r>
            <a:br>
              <a:rPr lang="en-US" altLang="ko-KR" dirty="0"/>
            </a:br>
            <a:r>
              <a:rPr lang="en-US" altLang="ko-KR" dirty="0"/>
              <a:t>Tutoring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Tutor</a:t>
            </a:r>
          </a:p>
          <a:p>
            <a:r>
              <a:rPr lang="ko-KR" altLang="en-US" dirty="0"/>
              <a:t>신용호</a:t>
            </a:r>
            <a:endParaRPr lang="en-US" altLang="ko-KR" dirty="0"/>
          </a:p>
          <a:p>
            <a:r>
              <a:rPr lang="ko-KR" altLang="en-US" dirty="0"/>
              <a:t>컴퓨터과학과 </a:t>
            </a:r>
            <a:r>
              <a:rPr lang="en-US" altLang="ko-KR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10399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간단한 자기 소개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한 학기 동안 배울 것</a:t>
            </a:r>
            <a:r>
              <a:rPr lang="en-US" altLang="ko-KR" dirty="0"/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dirty="0" err="1"/>
              <a:t>튜터링</a:t>
            </a:r>
            <a:r>
              <a:rPr lang="ko-KR" altLang="en-US" dirty="0"/>
              <a:t> 방향 논의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Java Basic (</a:t>
            </a:r>
            <a:r>
              <a:rPr lang="ko-KR" altLang="en-US" dirty="0"/>
              <a:t>듣고 싶은 사람만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5440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Ice Breaking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간단한 자기소개 시간입니다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2653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이름</a:t>
            </a:r>
            <a:r>
              <a:rPr lang="en-US" altLang="ko-KR" dirty="0"/>
              <a:t>: </a:t>
            </a:r>
            <a:r>
              <a:rPr lang="ko-KR" altLang="en-US" dirty="0"/>
              <a:t>신용호</a:t>
            </a:r>
            <a:endParaRPr lang="en-US" altLang="ko-KR" dirty="0"/>
          </a:p>
          <a:p>
            <a:r>
              <a:rPr lang="ko-KR" altLang="en-US" dirty="0"/>
              <a:t>별명</a:t>
            </a:r>
            <a:r>
              <a:rPr lang="en-US" altLang="ko-KR" dirty="0"/>
              <a:t>: </a:t>
            </a:r>
            <a:r>
              <a:rPr lang="ko-KR" altLang="en-US" dirty="0"/>
              <a:t>가젤</a:t>
            </a:r>
            <a:r>
              <a:rPr lang="en-US" altLang="ko-KR" dirty="0"/>
              <a:t>, </a:t>
            </a:r>
            <a:r>
              <a:rPr lang="ko-KR" altLang="en-US" dirty="0"/>
              <a:t>갓드래곤타이거</a:t>
            </a:r>
            <a:r>
              <a:rPr lang="en-US" altLang="ko-KR" dirty="0"/>
              <a:t>, </a:t>
            </a:r>
            <a:r>
              <a:rPr lang="ko-KR" altLang="en-US" dirty="0" err="1"/>
              <a:t>빡용</a:t>
            </a:r>
            <a:r>
              <a:rPr lang="en-US" altLang="ko-KR" dirty="0"/>
              <a:t>, …</a:t>
            </a:r>
          </a:p>
          <a:p>
            <a:r>
              <a:rPr lang="ko-KR" altLang="en-US" dirty="0"/>
              <a:t>전화</a:t>
            </a:r>
            <a:r>
              <a:rPr lang="en-US" altLang="ko-KR" dirty="0"/>
              <a:t>: 010-4277-3971</a:t>
            </a:r>
          </a:p>
          <a:p>
            <a:r>
              <a:rPr lang="ko-KR" altLang="en-US" dirty="0"/>
              <a:t>이멜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syh5477@gmail.com</a:t>
            </a:r>
            <a:endParaRPr lang="en-US" altLang="ko-KR" dirty="0"/>
          </a:p>
          <a:p>
            <a:r>
              <a:rPr lang="en-US" altLang="ko-KR" dirty="0"/>
              <a:t>…</a:t>
            </a:r>
          </a:p>
          <a:p>
            <a:r>
              <a:rPr lang="ko-KR" altLang="en-US" dirty="0"/>
              <a:t>딱히 뭐 소개할 게 없네요</a:t>
            </a:r>
            <a:r>
              <a:rPr lang="en-US" altLang="ko-KR" dirty="0"/>
              <a:t>…</a:t>
            </a:r>
          </a:p>
          <a:p>
            <a:r>
              <a:rPr lang="ko-KR" altLang="en-US" dirty="0"/>
              <a:t>그냥 넣었어요</a:t>
            </a:r>
            <a:r>
              <a:rPr lang="en-US" altLang="ko-KR" dirty="0"/>
              <a:t>…</a:t>
            </a:r>
          </a:p>
          <a:p>
            <a:r>
              <a:rPr lang="ko-KR" altLang="en-US" dirty="0"/>
              <a:t>잘 부탁드립니다</a:t>
            </a:r>
            <a:r>
              <a:rPr lang="en-US" altLang="ko-KR" dirty="0"/>
              <a:t>.</a:t>
            </a:r>
          </a:p>
        </p:txBody>
      </p:sp>
      <p:pic>
        <p:nvPicPr>
          <p:cNvPr id="6146" name="Picture 2" descr="thomson gazelles에 대한 이미지 검색결과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38" y="2904424"/>
            <a:ext cx="4754562" cy="278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024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To Learn?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한 학기 동안 배울 것을 알아봅시다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7317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 Midterm</a:t>
            </a:r>
            <a:endParaRPr lang="ko-KR" altLang="en-US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3755094"/>
              </p:ext>
            </p:extLst>
          </p:nvPr>
        </p:nvGraphicFramePr>
        <p:xfrm>
          <a:off x="1024128" y="2286000"/>
          <a:ext cx="9720071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2029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 Final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2414258"/>
              </p:ext>
            </p:extLst>
          </p:nvPr>
        </p:nvGraphicFramePr>
        <p:xfrm>
          <a:off x="1024128" y="2286000"/>
          <a:ext cx="9720071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6383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Algorithms with Numbers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Euclidean Algorithm</a:t>
            </a:r>
          </a:p>
          <a:p>
            <a:pPr lvl="1"/>
            <a:r>
              <a:rPr lang="en-US" altLang="ko-KR" dirty="0"/>
              <a:t>Extended Euclidean Algorithm</a:t>
            </a:r>
          </a:p>
          <a:p>
            <a:r>
              <a:rPr lang="en-US" altLang="ko-KR" dirty="0"/>
              <a:t>Modular Arithmetic</a:t>
            </a:r>
          </a:p>
          <a:p>
            <a:pPr lvl="1"/>
            <a:r>
              <a:rPr lang="en-US" altLang="ko-KR" dirty="0"/>
              <a:t>Modular Exponentiation</a:t>
            </a:r>
          </a:p>
          <a:p>
            <a:pPr lvl="1"/>
            <a:r>
              <a:rPr lang="en-US" altLang="ko-KR" dirty="0"/>
              <a:t>Modular Division</a:t>
            </a:r>
          </a:p>
          <a:p>
            <a:r>
              <a:rPr lang="en-US" altLang="ko-KR" dirty="0"/>
              <a:t>Primality Test</a:t>
            </a:r>
          </a:p>
          <a:p>
            <a:pPr lvl="1"/>
            <a:r>
              <a:rPr lang="en-US" altLang="ko-KR" dirty="0"/>
              <a:t>Fermat’s Little Theorem</a:t>
            </a:r>
          </a:p>
          <a:p>
            <a:r>
              <a:rPr lang="en-US" altLang="ko-KR" dirty="0"/>
              <a:t>RSA</a:t>
            </a:r>
          </a:p>
          <a:p>
            <a:r>
              <a:rPr lang="en-US" altLang="ko-KR" dirty="0"/>
              <a:t>Universal Hashing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474" y="2865540"/>
            <a:ext cx="4276725" cy="2133600"/>
          </a:xfrm>
          <a:prstGeom prst="rect">
            <a:avLst/>
          </a:prstGeom>
        </p:spPr>
      </p:pic>
      <p:sp>
        <p:nvSpPr>
          <p:cNvPr id="5" name="포인트가 5개인 별 4"/>
          <p:cNvSpPr/>
          <p:nvPr/>
        </p:nvSpPr>
        <p:spPr>
          <a:xfrm>
            <a:off x="1614880" y="4999140"/>
            <a:ext cx="389390" cy="38939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포인트가 5개인 별 6"/>
          <p:cNvSpPr/>
          <p:nvPr/>
        </p:nvSpPr>
        <p:spPr>
          <a:xfrm>
            <a:off x="3428300" y="4497199"/>
            <a:ext cx="389390" cy="38939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포인트가 5개인 별 7"/>
          <p:cNvSpPr/>
          <p:nvPr/>
        </p:nvSpPr>
        <p:spPr>
          <a:xfrm>
            <a:off x="2715236" y="3737645"/>
            <a:ext cx="389390" cy="38939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포인트가 5개인 별 8"/>
          <p:cNvSpPr/>
          <p:nvPr/>
        </p:nvSpPr>
        <p:spPr>
          <a:xfrm>
            <a:off x="3846482" y="2601287"/>
            <a:ext cx="389390" cy="38939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8521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Divide-and-Conquer Algorithms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Master Theorem</a:t>
            </a:r>
          </a:p>
          <a:p>
            <a:r>
              <a:rPr lang="en-US" altLang="ko-KR" dirty="0"/>
              <a:t>Randomized Selection Algorithm</a:t>
            </a:r>
          </a:p>
          <a:p>
            <a:r>
              <a:rPr lang="en-US" altLang="ko-KR" dirty="0"/>
              <a:t>Polynomials Multiplication</a:t>
            </a:r>
          </a:p>
          <a:p>
            <a:pPr lvl="1"/>
            <a:r>
              <a:rPr lang="en-US" altLang="ko-KR" dirty="0"/>
              <a:t>Evaluation and Interpolation Method</a:t>
            </a:r>
          </a:p>
          <a:p>
            <a:pPr lvl="1"/>
            <a:r>
              <a:rPr lang="en-US" altLang="ko-KR" dirty="0"/>
              <a:t>Roots of Unity</a:t>
            </a:r>
            <a:endParaRPr lang="ko-KR" altLang="en-US" dirty="0"/>
          </a:p>
          <a:p>
            <a:pPr lvl="1"/>
            <a:r>
              <a:rPr lang="en-US" altLang="ko-KR" dirty="0"/>
              <a:t>Fast Fourier Transform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180" y="3917659"/>
            <a:ext cx="5579019" cy="2391701"/>
          </a:xfrm>
          <a:prstGeom prst="rect">
            <a:avLst/>
          </a:prstGeom>
        </p:spPr>
      </p:pic>
      <p:sp>
        <p:nvSpPr>
          <p:cNvPr id="5" name="포인트가 5개인 별 4"/>
          <p:cNvSpPr/>
          <p:nvPr/>
        </p:nvSpPr>
        <p:spPr>
          <a:xfrm>
            <a:off x="2866935" y="2252619"/>
            <a:ext cx="389390" cy="38939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포인트가 5개인 별 5"/>
          <p:cNvSpPr/>
          <p:nvPr/>
        </p:nvSpPr>
        <p:spPr>
          <a:xfrm>
            <a:off x="3256325" y="4183642"/>
            <a:ext cx="389390" cy="38939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359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Basic of Graph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Basic Definitions</a:t>
            </a:r>
          </a:p>
          <a:p>
            <a:pPr lvl="1"/>
            <a:r>
              <a:rPr lang="en-US" altLang="ko-KR" dirty="0"/>
              <a:t>Undirected and Directed Graph</a:t>
            </a:r>
          </a:p>
          <a:p>
            <a:pPr lvl="1"/>
            <a:r>
              <a:rPr lang="en-US" altLang="ko-KR" dirty="0"/>
              <a:t>Connected Component</a:t>
            </a:r>
          </a:p>
          <a:p>
            <a:pPr lvl="1"/>
            <a:r>
              <a:rPr lang="en-US" altLang="ko-KR" dirty="0"/>
              <a:t>Directed Acyclic Graph</a:t>
            </a:r>
          </a:p>
          <a:p>
            <a:pPr lvl="1"/>
            <a:r>
              <a:rPr lang="en-US" altLang="ko-KR" dirty="0"/>
              <a:t>Strongly Connected Component</a:t>
            </a:r>
          </a:p>
          <a:p>
            <a:r>
              <a:rPr lang="en-US" altLang="ko-KR" dirty="0"/>
              <a:t>Depth-first Search</a:t>
            </a:r>
          </a:p>
          <a:p>
            <a:r>
              <a:rPr lang="en-US" altLang="ko-KR" dirty="0"/>
              <a:t>Decomposition of Directed Graph</a:t>
            </a:r>
          </a:p>
          <a:p>
            <a:r>
              <a:rPr lang="en-US" altLang="ko-KR" dirty="0"/>
              <a:t>Breath-first Search</a:t>
            </a:r>
          </a:p>
          <a:p>
            <a:r>
              <a:rPr lang="en-US" altLang="ko-KR" dirty="0"/>
              <a:t>Single Source Shortest Path Algorithms</a:t>
            </a:r>
          </a:p>
          <a:p>
            <a:pPr lvl="1"/>
            <a:r>
              <a:rPr lang="en-US" altLang="ko-KR" dirty="0"/>
              <a:t>Dijkstra Algorithm</a:t>
            </a:r>
          </a:p>
          <a:p>
            <a:pPr lvl="1"/>
            <a:r>
              <a:rPr lang="en-US" altLang="ko-KR" dirty="0"/>
              <a:t>Bellman-Ford Algorithm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768" y="2084832"/>
            <a:ext cx="3605431" cy="3211560"/>
          </a:xfrm>
          <a:prstGeom prst="rect">
            <a:avLst/>
          </a:prstGeom>
        </p:spPr>
      </p:pic>
      <p:sp>
        <p:nvSpPr>
          <p:cNvPr id="6" name="포인트가 5개인 별 5"/>
          <p:cNvSpPr/>
          <p:nvPr/>
        </p:nvSpPr>
        <p:spPr>
          <a:xfrm>
            <a:off x="5264091" y="5183698"/>
            <a:ext cx="389390" cy="38939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897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Greedy Algorithms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Minimum Spanning Tree Algorithms</a:t>
            </a:r>
          </a:p>
          <a:p>
            <a:pPr lvl="1"/>
            <a:r>
              <a:rPr lang="en-US" altLang="ko-KR" dirty="0"/>
              <a:t>Cut Property</a:t>
            </a:r>
          </a:p>
          <a:p>
            <a:pPr lvl="1"/>
            <a:r>
              <a:rPr lang="en-US" altLang="ko-KR" dirty="0" err="1"/>
              <a:t>Kruskal</a:t>
            </a:r>
            <a:r>
              <a:rPr lang="en-US" altLang="ko-KR" dirty="0"/>
              <a:t> Algorithm</a:t>
            </a:r>
          </a:p>
          <a:p>
            <a:pPr lvl="2"/>
            <a:r>
              <a:rPr lang="en-US" altLang="ko-KR" dirty="0"/>
              <a:t>Amortized Analysis</a:t>
            </a:r>
          </a:p>
          <a:p>
            <a:pPr lvl="1"/>
            <a:r>
              <a:rPr lang="en-US" altLang="ko-KR" dirty="0"/>
              <a:t>Prim’s Algorithm</a:t>
            </a:r>
          </a:p>
          <a:p>
            <a:pPr lvl="1"/>
            <a:r>
              <a:rPr lang="en-US" altLang="ko-KR" dirty="0"/>
              <a:t>Randomized Min-Cut Algorithm</a:t>
            </a:r>
          </a:p>
          <a:p>
            <a:r>
              <a:rPr lang="en-US" altLang="ko-KR" dirty="0"/>
              <a:t>Greedy Set Cover</a:t>
            </a:r>
          </a:p>
          <a:p>
            <a:r>
              <a:rPr lang="en-US" altLang="ko-KR" dirty="0"/>
              <a:t>Task Scheduling</a:t>
            </a:r>
          </a:p>
          <a:p>
            <a:r>
              <a:rPr lang="en-US" altLang="ko-KR" dirty="0"/>
              <a:t>Huffman Encoding</a:t>
            </a:r>
          </a:p>
          <a:p>
            <a:r>
              <a:rPr lang="en-US" altLang="ko-KR" dirty="0"/>
              <a:t>Horn Formula</a:t>
            </a:r>
          </a:p>
          <a:p>
            <a:pPr lvl="1"/>
            <a:endParaRPr lang="ko-KR" altLang="en-US" dirty="0"/>
          </a:p>
        </p:txBody>
      </p:sp>
      <p:pic>
        <p:nvPicPr>
          <p:cNvPr id="3074" name="Picture 2" descr="minimum spanning tree에 대한 이미지 검색결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199" y="3061334"/>
            <a:ext cx="3810000" cy="3248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포인트가 5개인 별 4"/>
          <p:cNvSpPr/>
          <p:nvPr/>
        </p:nvSpPr>
        <p:spPr>
          <a:xfrm>
            <a:off x="2462168" y="2574722"/>
            <a:ext cx="389390" cy="38939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포인트가 5개인 별 5"/>
          <p:cNvSpPr/>
          <p:nvPr/>
        </p:nvSpPr>
        <p:spPr>
          <a:xfrm>
            <a:off x="2817303" y="3173371"/>
            <a:ext cx="389390" cy="38939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포인트가 5개인 별 6"/>
          <p:cNvSpPr/>
          <p:nvPr/>
        </p:nvSpPr>
        <p:spPr>
          <a:xfrm>
            <a:off x="3011998" y="4297680"/>
            <a:ext cx="389390" cy="38939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090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Dynamic Programming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Components of Dynamic Programming</a:t>
            </a:r>
          </a:p>
          <a:p>
            <a:pPr lvl="1"/>
            <a:r>
              <a:rPr lang="en-US" altLang="ko-KR" dirty="0"/>
              <a:t>Problem, Sub-problem, Choice</a:t>
            </a:r>
          </a:p>
          <a:p>
            <a:pPr lvl="1"/>
            <a:r>
              <a:rPr lang="en-US" altLang="ko-KR" dirty="0"/>
              <a:t>Implicit DAG</a:t>
            </a:r>
          </a:p>
          <a:p>
            <a:r>
              <a:rPr lang="en-US" altLang="ko-KR" dirty="0"/>
              <a:t>Edit Distance</a:t>
            </a:r>
          </a:p>
          <a:p>
            <a:r>
              <a:rPr lang="en-US" altLang="ko-KR" dirty="0"/>
              <a:t>Knapsack with/without Repetition</a:t>
            </a:r>
          </a:p>
          <a:p>
            <a:r>
              <a:rPr lang="en-US" altLang="ko-KR" dirty="0"/>
              <a:t>Chained Matrix Multiplication</a:t>
            </a:r>
          </a:p>
          <a:p>
            <a:pPr lvl="1"/>
            <a:r>
              <a:rPr lang="en-US" altLang="ko-KR" dirty="0"/>
              <a:t>CYK Algorithm</a:t>
            </a:r>
          </a:p>
          <a:p>
            <a:r>
              <a:rPr lang="en-US" altLang="ko-KR" dirty="0"/>
              <a:t>Shortest Reliable Path</a:t>
            </a:r>
          </a:p>
          <a:p>
            <a:r>
              <a:rPr lang="en-US" altLang="ko-KR" dirty="0"/>
              <a:t>Floyd-</a:t>
            </a:r>
            <a:r>
              <a:rPr lang="en-US" altLang="ko-KR" dirty="0" err="1"/>
              <a:t>Warshall</a:t>
            </a:r>
            <a:r>
              <a:rPr lang="en-US" altLang="ko-KR" dirty="0"/>
              <a:t> Algorithm</a:t>
            </a:r>
          </a:p>
          <a:p>
            <a:r>
              <a:rPr lang="en-US" altLang="ko-KR" dirty="0"/>
              <a:t>Traveling Salesman Problem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701" y="3188519"/>
            <a:ext cx="5491508" cy="2218321"/>
          </a:xfrm>
          <a:prstGeom prst="rect">
            <a:avLst/>
          </a:prstGeom>
        </p:spPr>
      </p:pic>
      <p:sp>
        <p:nvSpPr>
          <p:cNvPr id="5" name="포인트가 5개인 별 4"/>
          <p:cNvSpPr/>
          <p:nvPr/>
        </p:nvSpPr>
        <p:spPr>
          <a:xfrm>
            <a:off x="5104700" y="2247285"/>
            <a:ext cx="389390" cy="38939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037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Network Flow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Ford-Fulkerson Method</a:t>
            </a:r>
          </a:p>
          <a:p>
            <a:pPr lvl="1"/>
            <a:r>
              <a:rPr lang="en-US" altLang="ko-KR" dirty="0"/>
              <a:t>Flow Network, Capacity, Flow</a:t>
            </a:r>
          </a:p>
          <a:p>
            <a:pPr lvl="1"/>
            <a:r>
              <a:rPr lang="en-US" altLang="ko-KR" dirty="0"/>
              <a:t>Residual Capacity, Residual Edge, Residual Graph</a:t>
            </a:r>
          </a:p>
          <a:p>
            <a:pPr lvl="1"/>
            <a:r>
              <a:rPr lang="en-US" altLang="ko-KR" dirty="0"/>
              <a:t>Augmentation: Augmenting Flow, Augmenting Path</a:t>
            </a:r>
          </a:p>
          <a:p>
            <a:pPr lvl="1"/>
            <a:r>
              <a:rPr lang="en-US" altLang="ko-KR" dirty="0"/>
              <a:t>Net Flow, Cut Capacity</a:t>
            </a:r>
          </a:p>
          <a:p>
            <a:pPr lvl="1"/>
            <a:r>
              <a:rPr lang="en-US" altLang="ko-KR" dirty="0"/>
              <a:t>Max-Flow Min-Cut Theorem</a:t>
            </a:r>
          </a:p>
          <a:p>
            <a:pPr lvl="1"/>
            <a:r>
              <a:rPr lang="en-US" altLang="ko-KR" dirty="0"/>
              <a:t>Edwards-Karp Algorithm</a:t>
            </a:r>
          </a:p>
          <a:p>
            <a:pPr lvl="1"/>
            <a:r>
              <a:rPr lang="en-US" altLang="ko-KR" dirty="0"/>
              <a:t>Fattest Path Heuristic</a:t>
            </a:r>
          </a:p>
          <a:p>
            <a:r>
              <a:rPr lang="en-US" altLang="ko-KR" dirty="0" err="1"/>
              <a:t>Preflow</a:t>
            </a:r>
            <a:r>
              <a:rPr lang="en-US" altLang="ko-KR" dirty="0"/>
              <a:t>-Push Algorithm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483" y="2084832"/>
            <a:ext cx="5924550" cy="3524250"/>
          </a:xfrm>
          <a:prstGeom prst="rect">
            <a:avLst/>
          </a:prstGeom>
        </p:spPr>
      </p:pic>
      <p:sp>
        <p:nvSpPr>
          <p:cNvPr id="5" name="포인트가 5개인 별 4"/>
          <p:cNvSpPr/>
          <p:nvPr/>
        </p:nvSpPr>
        <p:spPr>
          <a:xfrm>
            <a:off x="3636627" y="2213995"/>
            <a:ext cx="389390" cy="38939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330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Programming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Simplex Algorithm</a:t>
            </a:r>
          </a:p>
          <a:p>
            <a:r>
              <a:rPr lang="en-US" altLang="ko-KR" dirty="0"/>
              <a:t>Duality Property</a:t>
            </a:r>
          </a:p>
          <a:p>
            <a:r>
              <a:rPr lang="en-US" altLang="ko-KR" dirty="0"/>
              <a:t>Relationship with Network Flow</a:t>
            </a:r>
          </a:p>
          <a:p>
            <a:pPr lvl="1"/>
            <a:r>
              <a:rPr lang="en-US" altLang="ko-KR" dirty="0"/>
              <a:t>Intuitive Approach of Ford-Fulkerson Method</a:t>
            </a:r>
          </a:p>
          <a:p>
            <a:pPr lvl="1"/>
            <a:r>
              <a:rPr lang="en-US" altLang="ko-KR" dirty="0"/>
              <a:t>Max-Flow Min-Cut Duality Property</a:t>
            </a:r>
            <a:endParaRPr lang="ko-KR" altLang="en-US" dirty="0"/>
          </a:p>
        </p:txBody>
      </p:sp>
      <p:pic>
        <p:nvPicPr>
          <p:cNvPr id="4098" name="Picture 2" descr="simplex algorithm에 대한 이미지 검색결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445" y="1052818"/>
            <a:ext cx="3716471" cy="2940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implex algorithm에 대한 이미지 검색결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256" y="4479315"/>
            <a:ext cx="2857500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포인트가 5개인 별 5"/>
          <p:cNvSpPr/>
          <p:nvPr/>
        </p:nvSpPr>
        <p:spPr>
          <a:xfrm>
            <a:off x="3057786" y="2286000"/>
            <a:ext cx="389390" cy="38939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포인트가 5개인 별 6"/>
          <p:cNvSpPr/>
          <p:nvPr/>
        </p:nvSpPr>
        <p:spPr>
          <a:xfrm>
            <a:off x="2863091" y="2753922"/>
            <a:ext cx="389390" cy="38939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160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P, NP, NP-complete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Definition of class P, NP, NP-hard, NP-complete</a:t>
            </a:r>
          </a:p>
          <a:p>
            <a:pPr lvl="1"/>
            <a:r>
              <a:rPr lang="en-US" altLang="ko-KR" dirty="0"/>
              <a:t>P: Optimization Problem and Decision Problem</a:t>
            </a:r>
          </a:p>
          <a:p>
            <a:pPr lvl="1"/>
            <a:r>
              <a:rPr lang="en-US" altLang="ko-KR" dirty="0"/>
              <a:t>NP: Verification(Search) Problem</a:t>
            </a:r>
          </a:p>
          <a:p>
            <a:pPr lvl="1"/>
            <a:r>
              <a:rPr lang="en-US" altLang="ko-KR" dirty="0"/>
              <a:t>NP-hard: Polynomial-Time Reducibility</a:t>
            </a:r>
          </a:p>
          <a:p>
            <a:pPr lvl="1"/>
            <a:r>
              <a:rPr lang="en-US" altLang="ko-KR" dirty="0"/>
              <a:t>NP-complete: NP and NP-hard</a:t>
            </a:r>
          </a:p>
          <a:p>
            <a:r>
              <a:rPr lang="en-US" altLang="ko-KR" dirty="0"/>
              <a:t>Known NP-complete Problems</a:t>
            </a:r>
          </a:p>
          <a:p>
            <a:pPr lvl="1"/>
            <a:r>
              <a:rPr lang="en-US" altLang="ko-KR" dirty="0"/>
              <a:t>Any NP </a:t>
            </a:r>
            <a:r>
              <a:rPr lang="ko-KR" altLang="en-US" dirty="0"/>
              <a:t>→ </a:t>
            </a:r>
            <a:r>
              <a:rPr lang="en-US" altLang="ko-KR" dirty="0"/>
              <a:t>CIRCUIT-SAT</a:t>
            </a:r>
          </a:p>
          <a:p>
            <a:pPr lvl="1"/>
            <a:r>
              <a:rPr lang="en-US" altLang="ko-KR" dirty="0"/>
              <a:t>3SAT </a:t>
            </a:r>
            <a:r>
              <a:rPr lang="ko-KR" altLang="en-US" dirty="0"/>
              <a:t>→ </a:t>
            </a:r>
            <a:r>
              <a:rPr lang="en-US" altLang="ko-KR" dirty="0"/>
              <a:t>INDEP-SET</a:t>
            </a:r>
          </a:p>
          <a:p>
            <a:pPr lvl="1"/>
            <a:r>
              <a:rPr lang="en-US" altLang="ko-KR" dirty="0"/>
              <a:t>INDEP-SET </a:t>
            </a:r>
            <a:r>
              <a:rPr lang="ko-KR" altLang="en-US" dirty="0"/>
              <a:t>→ </a:t>
            </a:r>
            <a:r>
              <a:rPr lang="en-US" altLang="ko-KR" dirty="0"/>
              <a:t>CLIQUE, VERTEX-COVER</a:t>
            </a:r>
          </a:p>
          <a:p>
            <a:pPr lvl="1"/>
            <a:r>
              <a:rPr lang="en-US" altLang="ko-KR" dirty="0"/>
              <a:t>3D-MATCH </a:t>
            </a:r>
            <a:r>
              <a:rPr lang="ko-KR" altLang="en-US" dirty="0"/>
              <a:t>→ </a:t>
            </a:r>
            <a:r>
              <a:rPr lang="en-US" altLang="ko-KR" dirty="0"/>
              <a:t>ZOE</a:t>
            </a:r>
          </a:p>
          <a:p>
            <a:pPr lvl="1"/>
            <a:r>
              <a:rPr lang="en-US" altLang="ko-KR" dirty="0"/>
              <a:t>ZOE </a:t>
            </a:r>
            <a:r>
              <a:rPr lang="ko-KR" altLang="en-US" dirty="0"/>
              <a:t>→ </a:t>
            </a:r>
            <a:r>
              <a:rPr lang="en-US" altLang="ko-KR" dirty="0"/>
              <a:t>SUBSET-SUM</a:t>
            </a:r>
          </a:p>
          <a:p>
            <a:pPr lvl="1"/>
            <a:r>
              <a:rPr lang="en-US" altLang="ko-KR" dirty="0"/>
              <a:t>HAM-CYCLE </a:t>
            </a:r>
            <a:r>
              <a:rPr lang="ko-KR" altLang="en-US" dirty="0"/>
              <a:t>→ </a:t>
            </a:r>
            <a:r>
              <a:rPr lang="en-US" altLang="ko-KR" dirty="0"/>
              <a:t>TSP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021" y="2553811"/>
            <a:ext cx="5141315" cy="3956717"/>
          </a:xfrm>
          <a:prstGeom prst="rect">
            <a:avLst/>
          </a:prstGeom>
        </p:spPr>
      </p:pic>
      <p:sp>
        <p:nvSpPr>
          <p:cNvPr id="5" name="포인트가 5개인 별 4"/>
          <p:cNvSpPr/>
          <p:nvPr/>
        </p:nvSpPr>
        <p:spPr>
          <a:xfrm>
            <a:off x="6189326" y="2164421"/>
            <a:ext cx="389390" cy="38939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포인트가 5개인 별 5"/>
          <p:cNvSpPr/>
          <p:nvPr/>
        </p:nvSpPr>
        <p:spPr>
          <a:xfrm>
            <a:off x="4300755" y="3908290"/>
            <a:ext cx="389390" cy="38939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484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Coping with NP-completeness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Intelligent Search</a:t>
            </a:r>
          </a:p>
          <a:p>
            <a:pPr lvl="1"/>
            <a:r>
              <a:rPr lang="en-US" altLang="ko-KR" dirty="0"/>
              <a:t>Backtracking(Pruning)</a:t>
            </a:r>
          </a:p>
          <a:p>
            <a:pPr lvl="1"/>
            <a:r>
              <a:rPr lang="en-US" altLang="ko-KR" dirty="0"/>
              <a:t>Branch-and-Bound</a:t>
            </a:r>
          </a:p>
          <a:p>
            <a:r>
              <a:rPr lang="en-US" altLang="ko-KR" dirty="0"/>
              <a:t>Local Search Heuristics</a:t>
            </a:r>
          </a:p>
          <a:p>
            <a:pPr lvl="1"/>
            <a:r>
              <a:rPr lang="en-US" altLang="ko-KR" dirty="0"/>
              <a:t>Simulated Annealing</a:t>
            </a:r>
          </a:p>
          <a:p>
            <a:pPr lvl="1"/>
            <a:r>
              <a:rPr lang="en-US" altLang="ko-KR" dirty="0"/>
              <a:t>Genetic Algorithms</a:t>
            </a:r>
          </a:p>
          <a:p>
            <a:r>
              <a:rPr lang="en-US" altLang="ko-KR" dirty="0"/>
              <a:t>Approximation Algorithms</a:t>
            </a:r>
          </a:p>
          <a:p>
            <a:pPr lvl="1"/>
            <a:r>
              <a:rPr lang="en-US" altLang="ko-KR" dirty="0"/>
              <a:t>Vertex Covering by</a:t>
            </a:r>
            <a:r>
              <a:rPr lang="ko-KR" altLang="en-US" dirty="0"/>
              <a:t> </a:t>
            </a:r>
            <a:r>
              <a:rPr lang="en-US" altLang="ko-KR" dirty="0"/>
              <a:t>Maximal Matching</a:t>
            </a:r>
          </a:p>
          <a:p>
            <a:pPr lvl="1"/>
            <a:r>
              <a:rPr lang="en-US" altLang="ko-KR" dirty="0"/>
              <a:t>Clustering by Farthest-first Choosing</a:t>
            </a:r>
          </a:p>
          <a:p>
            <a:pPr lvl="1"/>
            <a:r>
              <a:rPr lang="en-US" altLang="ko-KR" dirty="0"/>
              <a:t>TSP by MST</a:t>
            </a:r>
          </a:p>
          <a:p>
            <a:pPr lvl="1"/>
            <a:r>
              <a:rPr lang="en-US" altLang="ko-KR" dirty="0"/>
              <a:t>Knapsack by Rescaling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647" y="2519881"/>
            <a:ext cx="2894552" cy="2755614"/>
          </a:xfrm>
          <a:prstGeom prst="rect">
            <a:avLst/>
          </a:prstGeom>
        </p:spPr>
      </p:pic>
      <p:sp>
        <p:nvSpPr>
          <p:cNvPr id="5" name="포인트가 5개인 별 4"/>
          <p:cNvSpPr/>
          <p:nvPr/>
        </p:nvSpPr>
        <p:spPr>
          <a:xfrm>
            <a:off x="3852803" y="4504190"/>
            <a:ext cx="389390" cy="38939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포인트가 5개인 별 5"/>
          <p:cNvSpPr/>
          <p:nvPr/>
        </p:nvSpPr>
        <p:spPr>
          <a:xfrm>
            <a:off x="3075962" y="2286000"/>
            <a:ext cx="389390" cy="38939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152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Notice &amp; Discussion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공지 및 </a:t>
            </a:r>
            <a:r>
              <a:rPr lang="ko-KR" altLang="en-US" dirty="0" err="1"/>
              <a:t>논의사항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714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 방식</a:t>
            </a:r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3414510"/>
              </p:ext>
            </p:extLst>
          </p:nvPr>
        </p:nvGraphicFramePr>
        <p:xfrm>
          <a:off x="1024128" y="2286000"/>
          <a:ext cx="9720071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590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이학과 공학의 경계</a:t>
            </a:r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7387760"/>
              </p:ext>
            </p:extLst>
          </p:nvPr>
        </p:nvGraphicFramePr>
        <p:xfrm>
          <a:off x="1024128" y="2286000"/>
          <a:ext cx="9720071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2271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 </a:t>
            </a:r>
            <a:r>
              <a:rPr lang="ko-KR" altLang="en-US" dirty="0" err="1"/>
              <a:t>튜터링은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0864814"/>
              </p:ext>
            </p:extLst>
          </p:nvPr>
        </p:nvGraphicFramePr>
        <p:xfrm>
          <a:off x="1024128" y="2286000"/>
          <a:ext cx="9720071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3531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교재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튜터링을</a:t>
            </a:r>
            <a:r>
              <a:rPr lang="ko-KR" altLang="en-US" dirty="0"/>
              <a:t> 판서로 진행할 예정입니다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필요한 사항을 노트나 </a:t>
            </a:r>
            <a:r>
              <a:rPr lang="en-US" altLang="ko-KR" dirty="0"/>
              <a:t>PPT</a:t>
            </a:r>
            <a:r>
              <a:rPr lang="ko-KR" altLang="en-US" dirty="0"/>
              <a:t>에 직접 필기하시기 바랍니다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교수님 강의 </a:t>
            </a:r>
            <a:r>
              <a:rPr lang="en-US" altLang="ko-KR" dirty="0"/>
              <a:t>PPT </a:t>
            </a:r>
            <a:r>
              <a:rPr lang="ko-KR" altLang="en-US" dirty="0"/>
              <a:t>자료는 올라오는 대로 제게 가져다 주시기 바랍니다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제가 주로 참조하는 교재는 다음과 같습니다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『Introduction to Algorithms 3e』 written by </a:t>
            </a:r>
            <a:r>
              <a:rPr lang="en-US" altLang="ko-KR" dirty="0" err="1"/>
              <a:t>Cormen</a:t>
            </a:r>
            <a:r>
              <a:rPr lang="en-US" altLang="ko-KR" dirty="0"/>
              <a:t>, </a:t>
            </a:r>
            <a:r>
              <a:rPr lang="en-US" altLang="ko-KR" dirty="0" err="1"/>
              <a:t>Leiserson</a:t>
            </a:r>
            <a:r>
              <a:rPr lang="en-US" altLang="ko-KR" dirty="0"/>
              <a:t>, </a:t>
            </a:r>
            <a:r>
              <a:rPr lang="en-US" altLang="ko-KR" dirty="0" err="1"/>
              <a:t>Rivest</a:t>
            </a:r>
            <a:r>
              <a:rPr lang="en-US" altLang="ko-KR" dirty="0"/>
              <a:t>, Stein  The MIT press</a:t>
            </a:r>
          </a:p>
          <a:p>
            <a:pPr lvl="1"/>
            <a:r>
              <a:rPr lang="en-US" altLang="ko-KR" dirty="0"/>
              <a:t>『Algorithms』 written by </a:t>
            </a:r>
            <a:r>
              <a:rPr lang="en-US" altLang="ko-KR" dirty="0" err="1"/>
              <a:t>Dasgupta</a:t>
            </a:r>
            <a:r>
              <a:rPr lang="en-US" altLang="ko-KR" dirty="0"/>
              <a:t>, Papadimitriou, </a:t>
            </a:r>
            <a:r>
              <a:rPr lang="en-US" altLang="ko-KR" dirty="0" err="1"/>
              <a:t>Vazirani</a:t>
            </a:r>
            <a:r>
              <a:rPr lang="en-US" altLang="ko-KR" dirty="0"/>
              <a:t>  McGraw Hill Education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7419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예상 일정 </a:t>
            </a:r>
            <a:r>
              <a:rPr lang="en-US" altLang="ko-KR" dirty="0"/>
              <a:t>(</a:t>
            </a:r>
            <a:r>
              <a:rPr lang="ko-KR" altLang="en-US" dirty="0"/>
              <a:t>중간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6300883"/>
              </p:ext>
            </p:extLst>
          </p:nvPr>
        </p:nvGraphicFramePr>
        <p:xfrm>
          <a:off x="1023938" y="2286000"/>
          <a:ext cx="972026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196">
                  <a:extLst>
                    <a:ext uri="{9D8B030D-6E8A-4147-A177-3AD203B41FA5}">
                      <a16:colId xmlns:a16="http://schemas.microsoft.com/office/drawing/2014/main" val="2576464398"/>
                    </a:ext>
                  </a:extLst>
                </a:gridCol>
                <a:gridCol w="1526796">
                  <a:extLst>
                    <a:ext uri="{9D8B030D-6E8A-4147-A177-3AD203B41FA5}">
                      <a16:colId xmlns:a16="http://schemas.microsoft.com/office/drawing/2014/main" val="1173312440"/>
                    </a:ext>
                  </a:extLst>
                </a:gridCol>
                <a:gridCol w="3239729">
                  <a:extLst>
                    <a:ext uri="{9D8B030D-6E8A-4147-A177-3AD203B41FA5}">
                      <a16:colId xmlns:a16="http://schemas.microsoft.com/office/drawing/2014/main" val="3678412405"/>
                    </a:ext>
                  </a:extLst>
                </a:gridCol>
                <a:gridCol w="4098540">
                  <a:extLst>
                    <a:ext uri="{9D8B030D-6E8A-4147-A177-3AD203B41FA5}">
                      <a16:colId xmlns:a16="http://schemas.microsoft.com/office/drawing/2014/main" val="15237517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회차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예정일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튜터링</a:t>
                      </a:r>
                      <a:r>
                        <a:rPr lang="ko-KR" altLang="en-US" dirty="0"/>
                        <a:t>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특이사항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066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9/7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OT, Java Basic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113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9/14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Nums</a:t>
                      </a:r>
                      <a:r>
                        <a:rPr lang="en-US" altLang="ko-KR" dirty="0"/>
                        <a:t>,</a:t>
                      </a:r>
                      <a:r>
                        <a:rPr lang="en-US" altLang="ko-KR" baseline="0" dirty="0"/>
                        <a:t> </a:t>
                      </a:r>
                      <a:r>
                        <a:rPr lang="en-US" altLang="ko-KR" baseline="0" dirty="0" err="1"/>
                        <a:t>DaC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추석</a:t>
                      </a:r>
                      <a:r>
                        <a:rPr lang="en-US" altLang="ko-KR" dirty="0"/>
                        <a:t>(9/14 ~ 9/16)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823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9/21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DaC</a:t>
                      </a:r>
                      <a:r>
                        <a:rPr lang="en-US" altLang="ko-KR" dirty="0"/>
                        <a:t>, Graph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898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9/28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Graph,</a:t>
                      </a:r>
                      <a:r>
                        <a:rPr lang="en-US" altLang="ko-KR" baseline="0" dirty="0"/>
                        <a:t> 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334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10/5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Greedy</a:t>
                      </a:r>
                      <a:r>
                        <a:rPr lang="en-US" altLang="ko-KR" baseline="0" dirty="0"/>
                        <a:t>, DP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780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10/12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DP, </a:t>
                      </a:r>
                      <a:r>
                        <a:rPr lang="ko-KR" altLang="en-US" dirty="0"/>
                        <a:t>총정리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양고분</a:t>
                      </a:r>
                      <a:r>
                        <a:rPr lang="ko-KR" altLang="en-US" dirty="0"/>
                        <a:t> 중간</a:t>
                      </a:r>
                      <a:r>
                        <a:rPr lang="ko-KR" altLang="en-US" baseline="0" dirty="0"/>
                        <a:t> 예정</a:t>
                      </a:r>
                      <a:r>
                        <a:rPr lang="en-US" altLang="ko-KR" dirty="0"/>
                        <a:t>(10/12)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457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908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예상 일정 </a:t>
            </a:r>
            <a:r>
              <a:rPr lang="en-US" altLang="ko-KR" dirty="0"/>
              <a:t>(</a:t>
            </a:r>
            <a:r>
              <a:rPr lang="ko-KR" altLang="en-US" dirty="0"/>
              <a:t>기말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1473884"/>
              </p:ext>
            </p:extLst>
          </p:nvPr>
        </p:nvGraphicFramePr>
        <p:xfrm>
          <a:off x="1023938" y="2286000"/>
          <a:ext cx="972026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18">
                  <a:extLst>
                    <a:ext uri="{9D8B030D-6E8A-4147-A177-3AD203B41FA5}">
                      <a16:colId xmlns:a16="http://schemas.microsoft.com/office/drawing/2014/main" val="1423752520"/>
                    </a:ext>
                  </a:extLst>
                </a:gridCol>
                <a:gridCol w="1526796">
                  <a:extLst>
                    <a:ext uri="{9D8B030D-6E8A-4147-A177-3AD203B41FA5}">
                      <a16:colId xmlns:a16="http://schemas.microsoft.com/office/drawing/2014/main" val="600378156"/>
                    </a:ext>
                  </a:extLst>
                </a:gridCol>
                <a:gridCol w="3338819">
                  <a:extLst>
                    <a:ext uri="{9D8B030D-6E8A-4147-A177-3AD203B41FA5}">
                      <a16:colId xmlns:a16="http://schemas.microsoft.com/office/drawing/2014/main" val="3458044523"/>
                    </a:ext>
                  </a:extLst>
                </a:gridCol>
                <a:gridCol w="4016231">
                  <a:extLst>
                    <a:ext uri="{9D8B030D-6E8A-4147-A177-3AD203B41FA5}">
                      <a16:colId xmlns:a16="http://schemas.microsoft.com/office/drawing/2014/main" val="1061838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회차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예정일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튜터링</a:t>
                      </a:r>
                      <a:r>
                        <a:rPr lang="ko-KR" altLang="en-US" dirty="0"/>
                        <a:t>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특이사항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070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11/2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aseline="0" dirty="0"/>
                        <a:t>Flow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7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11/9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Flow, LP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340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11/16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NPC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893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11/23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NPC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380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11/30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Coping</a:t>
                      </a:r>
                      <a:r>
                        <a:rPr lang="en-US" altLang="ko-KR" baseline="0" dirty="0"/>
                        <a:t> with NPC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794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12/7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총정리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738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2694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Q&amp;A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기타 궁금한 점이나 나누고 싶은 의견이 있으시면 얘기해 주세요</a:t>
            </a:r>
            <a:r>
              <a:rPr lang="en-US" altLang="ko-K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94253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Basic of Java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Java </a:t>
            </a:r>
            <a:r>
              <a:rPr lang="ko-KR" altLang="en-US" dirty="0"/>
              <a:t>언어 기초를 배웁니다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70315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소스코드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여기서 다운받으세요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https://github.com/syh54772/AlgorithmAnalysisTutoring/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83355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전체">
  <a:themeElements>
    <a:clrScheme name="전체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사용자 지정 2">
      <a:majorFont>
        <a:latin typeface="나눔손글씨 붓"/>
        <a:ea typeface="나눔손글씨 붓"/>
        <a:cs typeface=""/>
      </a:majorFont>
      <a:minorFont>
        <a:latin typeface="나눔바른펜"/>
        <a:ea typeface="나눔바른펜"/>
        <a:cs typeface=""/>
      </a:minorFont>
    </a:fontScheme>
    <a:fmtScheme name="전체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125000"/>
              </a:schemeClr>
              <a:schemeClr val="phClr">
                <a:tint val="92000"/>
                <a:shade val="70000"/>
                <a:satMod val="110000"/>
              </a:schemeClr>
            </a:duotone>
          </a:blip>
          <a:tile tx="0" ty="0" sx="22000" sy="2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E736489A-00C3-4E0A-AAA8-D4D3127BA5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178</TotalTime>
  <Words>706</Words>
  <Application>Microsoft Office PowerPoint</Application>
  <PresentationFormat>와이드스크린</PresentationFormat>
  <Paragraphs>212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나눔바른펜</vt:lpstr>
      <vt:lpstr>나눔손글씨 붓</vt:lpstr>
      <vt:lpstr>Tw Cen MT</vt:lpstr>
      <vt:lpstr>Wingdings 3</vt:lpstr>
      <vt:lpstr>전체</vt:lpstr>
      <vt:lpstr>Algorithm Analysis Tutoring</vt:lpstr>
      <vt:lpstr>Today?</vt:lpstr>
      <vt:lpstr>Ice Breaking</vt:lpstr>
      <vt:lpstr>안녕하세요</vt:lpstr>
      <vt:lpstr>What To Learn?</vt:lpstr>
      <vt:lpstr>To Midterm</vt:lpstr>
      <vt:lpstr>To Final</vt:lpstr>
      <vt:lpstr>Algorithms with Numbers</vt:lpstr>
      <vt:lpstr>Divide-and-Conquer Algorithms</vt:lpstr>
      <vt:lpstr>Basic of Graph</vt:lpstr>
      <vt:lpstr>Greedy Algorithms</vt:lpstr>
      <vt:lpstr>Dynamic Programming</vt:lpstr>
      <vt:lpstr>Network Flow</vt:lpstr>
      <vt:lpstr>Linear Programming</vt:lpstr>
      <vt:lpstr>P, NP, NP-complete</vt:lpstr>
      <vt:lpstr>Coping with NP-completeness</vt:lpstr>
      <vt:lpstr>Notice &amp; Discussion</vt:lpstr>
      <vt:lpstr>수업 방식</vt:lpstr>
      <vt:lpstr>이학과 공학의 경계</vt:lpstr>
      <vt:lpstr>제 튜터링은…</vt:lpstr>
      <vt:lpstr>교재</vt:lpstr>
      <vt:lpstr>예상 일정 (중간)</vt:lpstr>
      <vt:lpstr>예상 일정 (기말)</vt:lpstr>
      <vt:lpstr>Q&amp;A</vt:lpstr>
      <vt:lpstr>Basic of Java</vt:lpstr>
      <vt:lpstr>소스코드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 Analysis Tutoring</dc:title>
  <dc:creator>신용호</dc:creator>
  <cp:lastModifiedBy>신용호</cp:lastModifiedBy>
  <cp:revision>32</cp:revision>
  <dcterms:created xsi:type="dcterms:W3CDTF">2016-09-03T00:47:55Z</dcterms:created>
  <dcterms:modified xsi:type="dcterms:W3CDTF">2016-09-06T11:49:53Z</dcterms:modified>
</cp:coreProperties>
</file>