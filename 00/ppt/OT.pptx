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33" r:id="rId1"/>
  </p:sldMasterIdLst>
  <p:sldIdLst>
    <p:sldId id="256" r:id="rId2"/>
    <p:sldId id="257" r:id="rId3"/>
    <p:sldId id="258" r:id="rId4"/>
    <p:sldId id="271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3" r:id="rId18"/>
    <p:sldId id="278" r:id="rId19"/>
    <p:sldId id="279" r:id="rId20"/>
    <p:sldId id="280" r:id="rId21"/>
    <p:sldId id="281" r:id="rId22"/>
    <p:sldId id="274" r:id="rId23"/>
    <p:sldId id="275" r:id="rId24"/>
    <p:sldId id="277" r:id="rId25"/>
    <p:sldId id="276" r:id="rId26"/>
    <p:sldId id="282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E0067DB-1819-40AC-82F1-D2CD4A5A4A3B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pPr latinLnBrk="1"/>
          <a:endParaRPr lang="ko-KR" altLang="en-US"/>
        </a:p>
      </dgm:t>
    </dgm:pt>
    <dgm:pt modelId="{A3D6169F-6C04-4A96-8A33-2A7BA26440D4}">
      <dgm:prSet/>
      <dgm:spPr/>
      <dgm:t>
        <a:bodyPr/>
        <a:lstStyle/>
        <a:p>
          <a:pPr rtl="0" eaLnBrk="1" latinLnBrk="1" hangingPunct="1">
            <a:buClr>
              <a:schemeClr val="accent1"/>
            </a:buClr>
            <a:buSzPct val="100000"/>
            <a:buFont typeface="+mj-lt"/>
            <a:buAutoNum type="arabicPeriod"/>
          </a:pPr>
          <a:r>
            <a:rPr lang="en-US" dirty="0"/>
            <a:t>Algorithms with Numbers</a:t>
          </a:r>
          <a:endParaRPr lang="ko-KR" dirty="0"/>
        </a:p>
      </dgm:t>
    </dgm:pt>
    <dgm:pt modelId="{010716C8-BAB2-4D48-98DA-F89E9404E0D4}" type="parTrans" cxnId="{C2010FEE-A5A0-4D07-99EE-70C39CB6CC99}">
      <dgm:prSet/>
      <dgm:spPr/>
      <dgm:t>
        <a:bodyPr/>
        <a:lstStyle/>
        <a:p>
          <a:pPr latinLnBrk="1"/>
          <a:endParaRPr lang="ko-KR" altLang="en-US"/>
        </a:p>
      </dgm:t>
    </dgm:pt>
    <dgm:pt modelId="{962C741D-112C-4F2B-AE72-E6692C6521AA}" type="sibTrans" cxnId="{C2010FEE-A5A0-4D07-99EE-70C39CB6CC99}">
      <dgm:prSet/>
      <dgm:spPr/>
      <dgm:t>
        <a:bodyPr/>
        <a:lstStyle/>
        <a:p>
          <a:pPr latinLnBrk="1"/>
          <a:endParaRPr lang="ko-KR" altLang="en-US"/>
        </a:p>
      </dgm:t>
    </dgm:pt>
    <dgm:pt modelId="{9CEA6DAB-E523-439B-AC4B-05FD07EF585E}">
      <dgm:prSet/>
      <dgm:spPr/>
      <dgm:t>
        <a:bodyPr/>
        <a:lstStyle/>
        <a:p>
          <a:pPr rtl="0" eaLnBrk="1" latinLnBrk="1" hangingPunct="1"/>
          <a:r>
            <a:rPr lang="en-US" dirty="0"/>
            <a:t>Divide-and-Conquer Algorithms</a:t>
          </a:r>
          <a:endParaRPr lang="ko-KR" dirty="0"/>
        </a:p>
      </dgm:t>
    </dgm:pt>
    <dgm:pt modelId="{BA23A4F9-0BAD-446D-8402-0653F8296C74}" type="parTrans" cxnId="{58B8D874-FC8F-4AB4-B5E3-2EFBC8EFE51C}">
      <dgm:prSet/>
      <dgm:spPr/>
      <dgm:t>
        <a:bodyPr/>
        <a:lstStyle/>
        <a:p>
          <a:pPr latinLnBrk="1"/>
          <a:endParaRPr lang="ko-KR" altLang="en-US"/>
        </a:p>
      </dgm:t>
    </dgm:pt>
    <dgm:pt modelId="{8E3CAF1C-56F7-4FD9-9001-D7421570F0C8}" type="sibTrans" cxnId="{58B8D874-FC8F-4AB4-B5E3-2EFBC8EFE51C}">
      <dgm:prSet/>
      <dgm:spPr/>
      <dgm:t>
        <a:bodyPr/>
        <a:lstStyle/>
        <a:p>
          <a:pPr latinLnBrk="1"/>
          <a:endParaRPr lang="ko-KR" altLang="en-US"/>
        </a:p>
      </dgm:t>
    </dgm:pt>
    <dgm:pt modelId="{471E884D-0D25-4716-8B39-B49054F0D243}">
      <dgm:prSet/>
      <dgm:spPr/>
      <dgm:t>
        <a:bodyPr/>
        <a:lstStyle/>
        <a:p>
          <a:pPr rtl="0" eaLnBrk="1" latinLnBrk="1" hangingPunct="1"/>
          <a:r>
            <a:rPr lang="en-US" dirty="0"/>
            <a:t>Basic of Graph</a:t>
          </a:r>
          <a:endParaRPr lang="ko-KR" dirty="0"/>
        </a:p>
      </dgm:t>
    </dgm:pt>
    <dgm:pt modelId="{E86706B6-F0DC-4C4D-AD58-D9EA8BE8638E}" type="parTrans" cxnId="{2812550C-198A-4030-9BEA-95EF94C0CA26}">
      <dgm:prSet/>
      <dgm:spPr/>
      <dgm:t>
        <a:bodyPr/>
        <a:lstStyle/>
        <a:p>
          <a:pPr latinLnBrk="1"/>
          <a:endParaRPr lang="ko-KR" altLang="en-US"/>
        </a:p>
      </dgm:t>
    </dgm:pt>
    <dgm:pt modelId="{A205D320-27A2-4A32-92D3-97BB51E648DC}" type="sibTrans" cxnId="{2812550C-198A-4030-9BEA-95EF94C0CA26}">
      <dgm:prSet/>
      <dgm:spPr/>
      <dgm:t>
        <a:bodyPr/>
        <a:lstStyle/>
        <a:p>
          <a:pPr latinLnBrk="1"/>
          <a:endParaRPr lang="ko-KR" altLang="en-US"/>
        </a:p>
      </dgm:t>
    </dgm:pt>
    <dgm:pt modelId="{F6B7C231-0F1E-4B28-B532-046ED969E2E9}">
      <dgm:prSet/>
      <dgm:spPr/>
      <dgm:t>
        <a:bodyPr/>
        <a:lstStyle/>
        <a:p>
          <a:pPr rtl="0" eaLnBrk="1" latinLnBrk="1" hangingPunct="1"/>
          <a:r>
            <a:rPr lang="en-US"/>
            <a:t>Greedy Algorithms</a:t>
          </a:r>
          <a:endParaRPr lang="ko-KR"/>
        </a:p>
      </dgm:t>
    </dgm:pt>
    <dgm:pt modelId="{56C752AB-24C8-420D-97F1-73B5E0BCDC60}" type="parTrans" cxnId="{5D837EFC-FC23-43D9-A38B-FDAE0C6F5F18}">
      <dgm:prSet/>
      <dgm:spPr/>
      <dgm:t>
        <a:bodyPr/>
        <a:lstStyle/>
        <a:p>
          <a:pPr latinLnBrk="1"/>
          <a:endParaRPr lang="ko-KR" altLang="en-US"/>
        </a:p>
      </dgm:t>
    </dgm:pt>
    <dgm:pt modelId="{17E34267-FC91-4A94-8A67-4ACDCB142E55}" type="sibTrans" cxnId="{5D837EFC-FC23-43D9-A38B-FDAE0C6F5F18}">
      <dgm:prSet/>
      <dgm:spPr/>
      <dgm:t>
        <a:bodyPr/>
        <a:lstStyle/>
        <a:p>
          <a:pPr latinLnBrk="1"/>
          <a:endParaRPr lang="ko-KR" altLang="en-US"/>
        </a:p>
      </dgm:t>
    </dgm:pt>
    <dgm:pt modelId="{DEA89D1C-5B03-4E03-81EC-7D254D0D5A3F}">
      <dgm:prSet/>
      <dgm:spPr/>
      <dgm:t>
        <a:bodyPr/>
        <a:lstStyle/>
        <a:p>
          <a:pPr rtl="0" eaLnBrk="1" latinLnBrk="1" hangingPunct="1"/>
          <a:r>
            <a:rPr lang="en-US"/>
            <a:t>Dynamic Programming</a:t>
          </a:r>
          <a:endParaRPr lang="ko-KR"/>
        </a:p>
      </dgm:t>
    </dgm:pt>
    <dgm:pt modelId="{2B2E8EC0-E1E2-425E-B903-244704BBC584}" type="parTrans" cxnId="{9269AEBD-47AB-4B64-A1CD-DF43005CD79E}">
      <dgm:prSet/>
      <dgm:spPr/>
      <dgm:t>
        <a:bodyPr/>
        <a:lstStyle/>
        <a:p>
          <a:pPr latinLnBrk="1"/>
          <a:endParaRPr lang="ko-KR" altLang="en-US"/>
        </a:p>
      </dgm:t>
    </dgm:pt>
    <dgm:pt modelId="{D711ACF8-38C5-4E17-9DA3-A8AEEAA0374C}" type="sibTrans" cxnId="{9269AEBD-47AB-4B64-A1CD-DF43005CD79E}">
      <dgm:prSet/>
      <dgm:spPr/>
      <dgm:t>
        <a:bodyPr/>
        <a:lstStyle/>
        <a:p>
          <a:pPr latinLnBrk="1"/>
          <a:endParaRPr lang="ko-KR" altLang="en-US"/>
        </a:p>
      </dgm:t>
    </dgm:pt>
    <dgm:pt modelId="{248AE19B-E541-4151-9AE4-C86B1A9B067A}" type="pres">
      <dgm:prSet presAssocID="{2E0067DB-1819-40AC-82F1-D2CD4A5A4A3B}" presName="outerComposite" presStyleCnt="0">
        <dgm:presLayoutVars>
          <dgm:chMax val="5"/>
          <dgm:dir/>
          <dgm:resizeHandles val="exact"/>
        </dgm:presLayoutVars>
      </dgm:prSet>
      <dgm:spPr/>
    </dgm:pt>
    <dgm:pt modelId="{00FFC81D-A7FE-4E30-B484-16503A521C1E}" type="pres">
      <dgm:prSet presAssocID="{2E0067DB-1819-40AC-82F1-D2CD4A5A4A3B}" presName="dummyMaxCanvas" presStyleCnt="0">
        <dgm:presLayoutVars/>
      </dgm:prSet>
      <dgm:spPr/>
    </dgm:pt>
    <dgm:pt modelId="{3A73D69C-00A7-493B-9CE4-67F0946DDF91}" type="pres">
      <dgm:prSet presAssocID="{2E0067DB-1819-40AC-82F1-D2CD4A5A4A3B}" presName="FiveNodes_1" presStyleLbl="node1" presStyleIdx="0" presStyleCnt="5">
        <dgm:presLayoutVars>
          <dgm:bulletEnabled val="1"/>
        </dgm:presLayoutVars>
      </dgm:prSet>
      <dgm:spPr/>
    </dgm:pt>
    <dgm:pt modelId="{A0643E9B-53AF-407F-8C6F-C64469FDCF07}" type="pres">
      <dgm:prSet presAssocID="{2E0067DB-1819-40AC-82F1-D2CD4A5A4A3B}" presName="FiveNodes_2" presStyleLbl="node1" presStyleIdx="1" presStyleCnt="5">
        <dgm:presLayoutVars>
          <dgm:bulletEnabled val="1"/>
        </dgm:presLayoutVars>
      </dgm:prSet>
      <dgm:spPr/>
    </dgm:pt>
    <dgm:pt modelId="{87647CF4-C877-4D5B-B468-E8DD74989A16}" type="pres">
      <dgm:prSet presAssocID="{2E0067DB-1819-40AC-82F1-D2CD4A5A4A3B}" presName="FiveNodes_3" presStyleLbl="node1" presStyleIdx="2" presStyleCnt="5">
        <dgm:presLayoutVars>
          <dgm:bulletEnabled val="1"/>
        </dgm:presLayoutVars>
      </dgm:prSet>
      <dgm:spPr/>
    </dgm:pt>
    <dgm:pt modelId="{5F3BECA5-610A-4CF0-835E-5BAC5021AD7E}" type="pres">
      <dgm:prSet presAssocID="{2E0067DB-1819-40AC-82F1-D2CD4A5A4A3B}" presName="FiveNodes_4" presStyleLbl="node1" presStyleIdx="3" presStyleCnt="5">
        <dgm:presLayoutVars>
          <dgm:bulletEnabled val="1"/>
        </dgm:presLayoutVars>
      </dgm:prSet>
      <dgm:spPr/>
    </dgm:pt>
    <dgm:pt modelId="{10BCC0EF-6039-4A36-9442-7562F8CF8F2B}" type="pres">
      <dgm:prSet presAssocID="{2E0067DB-1819-40AC-82F1-D2CD4A5A4A3B}" presName="FiveNodes_5" presStyleLbl="node1" presStyleIdx="4" presStyleCnt="5">
        <dgm:presLayoutVars>
          <dgm:bulletEnabled val="1"/>
        </dgm:presLayoutVars>
      </dgm:prSet>
      <dgm:spPr/>
    </dgm:pt>
    <dgm:pt modelId="{ED6C6050-C06F-4CAE-908E-48E8D08D3B1D}" type="pres">
      <dgm:prSet presAssocID="{2E0067DB-1819-40AC-82F1-D2CD4A5A4A3B}" presName="FiveConn_1-2" presStyleLbl="fgAccFollowNode1" presStyleIdx="0" presStyleCnt="4">
        <dgm:presLayoutVars>
          <dgm:bulletEnabled val="1"/>
        </dgm:presLayoutVars>
      </dgm:prSet>
      <dgm:spPr/>
    </dgm:pt>
    <dgm:pt modelId="{E16B35DE-ED72-4771-8610-DA68F161EB2A}" type="pres">
      <dgm:prSet presAssocID="{2E0067DB-1819-40AC-82F1-D2CD4A5A4A3B}" presName="FiveConn_2-3" presStyleLbl="fgAccFollowNode1" presStyleIdx="1" presStyleCnt="4">
        <dgm:presLayoutVars>
          <dgm:bulletEnabled val="1"/>
        </dgm:presLayoutVars>
      </dgm:prSet>
      <dgm:spPr/>
    </dgm:pt>
    <dgm:pt modelId="{01A14F3F-1703-4F97-A841-5F0D58B911D0}" type="pres">
      <dgm:prSet presAssocID="{2E0067DB-1819-40AC-82F1-D2CD4A5A4A3B}" presName="FiveConn_3-4" presStyleLbl="fgAccFollowNode1" presStyleIdx="2" presStyleCnt="4">
        <dgm:presLayoutVars>
          <dgm:bulletEnabled val="1"/>
        </dgm:presLayoutVars>
      </dgm:prSet>
      <dgm:spPr/>
    </dgm:pt>
    <dgm:pt modelId="{F42C0E9F-F73F-4FA2-8AB9-30864FB616EA}" type="pres">
      <dgm:prSet presAssocID="{2E0067DB-1819-40AC-82F1-D2CD4A5A4A3B}" presName="FiveConn_4-5" presStyleLbl="fgAccFollowNode1" presStyleIdx="3" presStyleCnt="4">
        <dgm:presLayoutVars>
          <dgm:bulletEnabled val="1"/>
        </dgm:presLayoutVars>
      </dgm:prSet>
      <dgm:spPr/>
    </dgm:pt>
    <dgm:pt modelId="{D6F8A6CD-45F0-4842-A5E6-8FFAFB0C7138}" type="pres">
      <dgm:prSet presAssocID="{2E0067DB-1819-40AC-82F1-D2CD4A5A4A3B}" presName="FiveNodes_1_text" presStyleLbl="node1" presStyleIdx="4" presStyleCnt="5">
        <dgm:presLayoutVars>
          <dgm:bulletEnabled val="1"/>
        </dgm:presLayoutVars>
      </dgm:prSet>
      <dgm:spPr/>
    </dgm:pt>
    <dgm:pt modelId="{9DB1F8F7-136B-4306-B2A1-4441FE49F986}" type="pres">
      <dgm:prSet presAssocID="{2E0067DB-1819-40AC-82F1-D2CD4A5A4A3B}" presName="FiveNodes_2_text" presStyleLbl="node1" presStyleIdx="4" presStyleCnt="5">
        <dgm:presLayoutVars>
          <dgm:bulletEnabled val="1"/>
        </dgm:presLayoutVars>
      </dgm:prSet>
      <dgm:spPr/>
    </dgm:pt>
    <dgm:pt modelId="{D2A43526-EE93-4C64-BCF5-1A4899EADC8F}" type="pres">
      <dgm:prSet presAssocID="{2E0067DB-1819-40AC-82F1-D2CD4A5A4A3B}" presName="FiveNodes_3_text" presStyleLbl="node1" presStyleIdx="4" presStyleCnt="5">
        <dgm:presLayoutVars>
          <dgm:bulletEnabled val="1"/>
        </dgm:presLayoutVars>
      </dgm:prSet>
      <dgm:spPr/>
    </dgm:pt>
    <dgm:pt modelId="{62D1CCFD-8C2F-4F44-9056-38834BD8F482}" type="pres">
      <dgm:prSet presAssocID="{2E0067DB-1819-40AC-82F1-D2CD4A5A4A3B}" presName="FiveNodes_4_text" presStyleLbl="node1" presStyleIdx="4" presStyleCnt="5">
        <dgm:presLayoutVars>
          <dgm:bulletEnabled val="1"/>
        </dgm:presLayoutVars>
      </dgm:prSet>
      <dgm:spPr/>
    </dgm:pt>
    <dgm:pt modelId="{17F4F689-5748-428A-94C2-FA847EEE21B0}" type="pres">
      <dgm:prSet presAssocID="{2E0067DB-1819-40AC-82F1-D2CD4A5A4A3B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43CEFF36-8FC1-43EE-A7C2-0EA7C6C1B1A8}" type="presOf" srcId="{2E0067DB-1819-40AC-82F1-D2CD4A5A4A3B}" destId="{248AE19B-E541-4151-9AE4-C86B1A9B067A}" srcOrd="0" destOrd="0" presId="urn:microsoft.com/office/officeart/2005/8/layout/vProcess5"/>
    <dgm:cxn modelId="{49AE258C-1B73-4161-B207-58063EA670A4}" type="presOf" srcId="{8E3CAF1C-56F7-4FD9-9001-D7421570F0C8}" destId="{E16B35DE-ED72-4771-8610-DA68F161EB2A}" srcOrd="0" destOrd="0" presId="urn:microsoft.com/office/officeart/2005/8/layout/vProcess5"/>
    <dgm:cxn modelId="{2A4F9FDB-5B6D-4A83-BEB5-B27CE21BFE02}" type="presOf" srcId="{A205D320-27A2-4A32-92D3-97BB51E648DC}" destId="{01A14F3F-1703-4F97-A841-5F0D58B911D0}" srcOrd="0" destOrd="0" presId="urn:microsoft.com/office/officeart/2005/8/layout/vProcess5"/>
    <dgm:cxn modelId="{58B8D874-FC8F-4AB4-B5E3-2EFBC8EFE51C}" srcId="{2E0067DB-1819-40AC-82F1-D2CD4A5A4A3B}" destId="{9CEA6DAB-E523-439B-AC4B-05FD07EF585E}" srcOrd="1" destOrd="0" parTransId="{BA23A4F9-0BAD-446D-8402-0653F8296C74}" sibTransId="{8E3CAF1C-56F7-4FD9-9001-D7421570F0C8}"/>
    <dgm:cxn modelId="{8B6C65D4-8819-4740-8213-1E06F3790CE5}" type="presOf" srcId="{A3D6169F-6C04-4A96-8A33-2A7BA26440D4}" destId="{3A73D69C-00A7-493B-9CE4-67F0946DDF91}" srcOrd="0" destOrd="0" presId="urn:microsoft.com/office/officeart/2005/8/layout/vProcess5"/>
    <dgm:cxn modelId="{ADD2805D-BC1F-49A4-A3B2-9F23E8C59A75}" type="presOf" srcId="{17E34267-FC91-4A94-8A67-4ACDCB142E55}" destId="{F42C0E9F-F73F-4FA2-8AB9-30864FB616EA}" srcOrd="0" destOrd="0" presId="urn:microsoft.com/office/officeart/2005/8/layout/vProcess5"/>
    <dgm:cxn modelId="{2812550C-198A-4030-9BEA-95EF94C0CA26}" srcId="{2E0067DB-1819-40AC-82F1-D2CD4A5A4A3B}" destId="{471E884D-0D25-4716-8B39-B49054F0D243}" srcOrd="2" destOrd="0" parTransId="{E86706B6-F0DC-4C4D-AD58-D9EA8BE8638E}" sibTransId="{A205D320-27A2-4A32-92D3-97BB51E648DC}"/>
    <dgm:cxn modelId="{D3F06156-7FB2-44F1-8B5F-255F9E0C7326}" type="presOf" srcId="{DEA89D1C-5B03-4E03-81EC-7D254D0D5A3F}" destId="{17F4F689-5748-428A-94C2-FA847EEE21B0}" srcOrd="1" destOrd="0" presId="urn:microsoft.com/office/officeart/2005/8/layout/vProcess5"/>
    <dgm:cxn modelId="{81B02B5F-74D7-4FA8-B58F-7B96D36D72AF}" type="presOf" srcId="{A3D6169F-6C04-4A96-8A33-2A7BA26440D4}" destId="{D6F8A6CD-45F0-4842-A5E6-8FFAFB0C7138}" srcOrd="1" destOrd="0" presId="urn:microsoft.com/office/officeart/2005/8/layout/vProcess5"/>
    <dgm:cxn modelId="{06F907AC-5932-4B59-9A38-3DCF1B416A7C}" type="presOf" srcId="{F6B7C231-0F1E-4B28-B532-046ED969E2E9}" destId="{5F3BECA5-610A-4CF0-835E-5BAC5021AD7E}" srcOrd="0" destOrd="0" presId="urn:microsoft.com/office/officeart/2005/8/layout/vProcess5"/>
    <dgm:cxn modelId="{588EB814-310F-4DCE-A8E5-0DB63B0BE3A1}" type="presOf" srcId="{962C741D-112C-4F2B-AE72-E6692C6521AA}" destId="{ED6C6050-C06F-4CAE-908E-48E8D08D3B1D}" srcOrd="0" destOrd="0" presId="urn:microsoft.com/office/officeart/2005/8/layout/vProcess5"/>
    <dgm:cxn modelId="{A9F73197-E40B-48B2-9885-830DA42CEAED}" type="presOf" srcId="{9CEA6DAB-E523-439B-AC4B-05FD07EF585E}" destId="{A0643E9B-53AF-407F-8C6F-C64469FDCF07}" srcOrd="0" destOrd="0" presId="urn:microsoft.com/office/officeart/2005/8/layout/vProcess5"/>
    <dgm:cxn modelId="{1ED6E2AB-17F0-4318-B79A-CE05F993BC2C}" type="presOf" srcId="{471E884D-0D25-4716-8B39-B49054F0D243}" destId="{87647CF4-C877-4D5B-B468-E8DD74989A16}" srcOrd="0" destOrd="0" presId="urn:microsoft.com/office/officeart/2005/8/layout/vProcess5"/>
    <dgm:cxn modelId="{C2010FEE-A5A0-4D07-99EE-70C39CB6CC99}" srcId="{2E0067DB-1819-40AC-82F1-D2CD4A5A4A3B}" destId="{A3D6169F-6C04-4A96-8A33-2A7BA26440D4}" srcOrd="0" destOrd="0" parTransId="{010716C8-BAB2-4D48-98DA-F89E9404E0D4}" sibTransId="{962C741D-112C-4F2B-AE72-E6692C6521AA}"/>
    <dgm:cxn modelId="{5D837EFC-FC23-43D9-A38B-FDAE0C6F5F18}" srcId="{2E0067DB-1819-40AC-82F1-D2CD4A5A4A3B}" destId="{F6B7C231-0F1E-4B28-B532-046ED969E2E9}" srcOrd="3" destOrd="0" parTransId="{56C752AB-24C8-420D-97F1-73B5E0BCDC60}" sibTransId="{17E34267-FC91-4A94-8A67-4ACDCB142E55}"/>
    <dgm:cxn modelId="{E7763107-44A0-4573-BB7E-B99880C171C7}" type="presOf" srcId="{DEA89D1C-5B03-4E03-81EC-7D254D0D5A3F}" destId="{10BCC0EF-6039-4A36-9442-7562F8CF8F2B}" srcOrd="0" destOrd="0" presId="urn:microsoft.com/office/officeart/2005/8/layout/vProcess5"/>
    <dgm:cxn modelId="{9269AEBD-47AB-4B64-A1CD-DF43005CD79E}" srcId="{2E0067DB-1819-40AC-82F1-D2CD4A5A4A3B}" destId="{DEA89D1C-5B03-4E03-81EC-7D254D0D5A3F}" srcOrd="4" destOrd="0" parTransId="{2B2E8EC0-E1E2-425E-B903-244704BBC584}" sibTransId="{D711ACF8-38C5-4E17-9DA3-A8AEEAA0374C}"/>
    <dgm:cxn modelId="{5D318478-BBB7-47FA-9B3E-43654D0C5F30}" type="presOf" srcId="{F6B7C231-0F1E-4B28-B532-046ED969E2E9}" destId="{62D1CCFD-8C2F-4F44-9056-38834BD8F482}" srcOrd="1" destOrd="0" presId="urn:microsoft.com/office/officeart/2005/8/layout/vProcess5"/>
    <dgm:cxn modelId="{DC103C5E-3266-4CC0-B363-B3DBDC1163F1}" type="presOf" srcId="{9CEA6DAB-E523-439B-AC4B-05FD07EF585E}" destId="{9DB1F8F7-136B-4306-B2A1-4441FE49F986}" srcOrd="1" destOrd="0" presId="urn:microsoft.com/office/officeart/2005/8/layout/vProcess5"/>
    <dgm:cxn modelId="{DA4C3552-310F-45C3-BA47-796774F43EC4}" type="presOf" srcId="{471E884D-0D25-4716-8B39-B49054F0D243}" destId="{D2A43526-EE93-4C64-BCF5-1A4899EADC8F}" srcOrd="1" destOrd="0" presId="urn:microsoft.com/office/officeart/2005/8/layout/vProcess5"/>
    <dgm:cxn modelId="{D2F0DB99-4D20-4D57-A0DC-FEBCB1A5D6C5}" type="presParOf" srcId="{248AE19B-E541-4151-9AE4-C86B1A9B067A}" destId="{00FFC81D-A7FE-4E30-B484-16503A521C1E}" srcOrd="0" destOrd="0" presId="urn:microsoft.com/office/officeart/2005/8/layout/vProcess5"/>
    <dgm:cxn modelId="{37ACAC02-AD7F-47F7-A882-A503060B6F23}" type="presParOf" srcId="{248AE19B-E541-4151-9AE4-C86B1A9B067A}" destId="{3A73D69C-00A7-493B-9CE4-67F0946DDF91}" srcOrd="1" destOrd="0" presId="urn:microsoft.com/office/officeart/2005/8/layout/vProcess5"/>
    <dgm:cxn modelId="{E716F539-3F6D-494D-A1FE-5548FB309B2C}" type="presParOf" srcId="{248AE19B-E541-4151-9AE4-C86B1A9B067A}" destId="{A0643E9B-53AF-407F-8C6F-C64469FDCF07}" srcOrd="2" destOrd="0" presId="urn:microsoft.com/office/officeart/2005/8/layout/vProcess5"/>
    <dgm:cxn modelId="{B4427972-E9D3-4D26-87A0-D3FC8E0F712C}" type="presParOf" srcId="{248AE19B-E541-4151-9AE4-C86B1A9B067A}" destId="{87647CF4-C877-4D5B-B468-E8DD74989A16}" srcOrd="3" destOrd="0" presId="urn:microsoft.com/office/officeart/2005/8/layout/vProcess5"/>
    <dgm:cxn modelId="{7CC223B4-15B4-4A98-977E-66380F1958DF}" type="presParOf" srcId="{248AE19B-E541-4151-9AE4-C86B1A9B067A}" destId="{5F3BECA5-610A-4CF0-835E-5BAC5021AD7E}" srcOrd="4" destOrd="0" presId="urn:microsoft.com/office/officeart/2005/8/layout/vProcess5"/>
    <dgm:cxn modelId="{7C11682C-E597-4AE0-ACB6-B5FA6DD7AC72}" type="presParOf" srcId="{248AE19B-E541-4151-9AE4-C86B1A9B067A}" destId="{10BCC0EF-6039-4A36-9442-7562F8CF8F2B}" srcOrd="5" destOrd="0" presId="urn:microsoft.com/office/officeart/2005/8/layout/vProcess5"/>
    <dgm:cxn modelId="{A47AB32D-3DDF-46AE-899D-540289B96AC5}" type="presParOf" srcId="{248AE19B-E541-4151-9AE4-C86B1A9B067A}" destId="{ED6C6050-C06F-4CAE-908E-48E8D08D3B1D}" srcOrd="6" destOrd="0" presId="urn:microsoft.com/office/officeart/2005/8/layout/vProcess5"/>
    <dgm:cxn modelId="{431DA0D8-7505-42CF-A9F7-7C6B3AAE50EF}" type="presParOf" srcId="{248AE19B-E541-4151-9AE4-C86B1A9B067A}" destId="{E16B35DE-ED72-4771-8610-DA68F161EB2A}" srcOrd="7" destOrd="0" presId="urn:microsoft.com/office/officeart/2005/8/layout/vProcess5"/>
    <dgm:cxn modelId="{48A13960-2E51-49A5-8E70-B23E18000C93}" type="presParOf" srcId="{248AE19B-E541-4151-9AE4-C86B1A9B067A}" destId="{01A14F3F-1703-4F97-A841-5F0D58B911D0}" srcOrd="8" destOrd="0" presId="urn:microsoft.com/office/officeart/2005/8/layout/vProcess5"/>
    <dgm:cxn modelId="{895B2645-59C6-48A3-8E53-63D25CBCF15F}" type="presParOf" srcId="{248AE19B-E541-4151-9AE4-C86B1A9B067A}" destId="{F42C0E9F-F73F-4FA2-8AB9-30864FB616EA}" srcOrd="9" destOrd="0" presId="urn:microsoft.com/office/officeart/2005/8/layout/vProcess5"/>
    <dgm:cxn modelId="{95A71EA7-0757-4CAD-AF24-66B8FEA7DFDE}" type="presParOf" srcId="{248AE19B-E541-4151-9AE4-C86B1A9B067A}" destId="{D6F8A6CD-45F0-4842-A5E6-8FFAFB0C7138}" srcOrd="10" destOrd="0" presId="urn:microsoft.com/office/officeart/2005/8/layout/vProcess5"/>
    <dgm:cxn modelId="{11E82927-2E77-4397-8377-32ED224889DC}" type="presParOf" srcId="{248AE19B-E541-4151-9AE4-C86B1A9B067A}" destId="{9DB1F8F7-136B-4306-B2A1-4441FE49F986}" srcOrd="11" destOrd="0" presId="urn:microsoft.com/office/officeart/2005/8/layout/vProcess5"/>
    <dgm:cxn modelId="{6956D64C-776B-4936-A491-2272A43B87D6}" type="presParOf" srcId="{248AE19B-E541-4151-9AE4-C86B1A9B067A}" destId="{D2A43526-EE93-4C64-BCF5-1A4899EADC8F}" srcOrd="12" destOrd="0" presId="urn:microsoft.com/office/officeart/2005/8/layout/vProcess5"/>
    <dgm:cxn modelId="{6CF75ACF-5F4E-4EC4-82B3-265B66283530}" type="presParOf" srcId="{248AE19B-E541-4151-9AE4-C86B1A9B067A}" destId="{62D1CCFD-8C2F-4F44-9056-38834BD8F482}" srcOrd="13" destOrd="0" presId="urn:microsoft.com/office/officeart/2005/8/layout/vProcess5"/>
    <dgm:cxn modelId="{4A45685E-A26B-48EE-AA3F-FDC233518674}" type="presParOf" srcId="{248AE19B-E541-4151-9AE4-C86B1A9B067A}" destId="{17F4F689-5748-428A-94C2-FA847EEE21B0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870A9D6-1CBA-4C82-AEB9-136874785BF7}" type="doc">
      <dgm:prSet loTypeId="urn:microsoft.com/office/officeart/2005/8/layout/vProcess5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pPr latinLnBrk="1"/>
          <a:endParaRPr lang="ko-KR" altLang="en-US"/>
        </a:p>
      </dgm:t>
    </dgm:pt>
    <dgm:pt modelId="{8D53316C-C840-418E-9975-00B96ABF25AD}">
      <dgm:prSet/>
      <dgm:spPr/>
      <dgm:t>
        <a:bodyPr/>
        <a:lstStyle/>
        <a:p>
          <a:pPr rtl="0" eaLnBrk="1" latinLnBrk="1" hangingPunct="1">
            <a:buClr>
              <a:schemeClr val="accent1"/>
            </a:buClr>
            <a:buSzPct val="100000"/>
            <a:buFont typeface="+mj-lt"/>
            <a:buAutoNum type="arabicPeriod"/>
          </a:pPr>
          <a:r>
            <a:rPr lang="en-US"/>
            <a:t>Network Flow</a:t>
          </a:r>
          <a:endParaRPr lang="ko-KR"/>
        </a:p>
      </dgm:t>
    </dgm:pt>
    <dgm:pt modelId="{0B05D891-12EF-4752-B0D4-318BD1775344}" type="parTrans" cxnId="{9033D803-D527-4FFB-9967-51C7931DF0A3}">
      <dgm:prSet/>
      <dgm:spPr/>
      <dgm:t>
        <a:bodyPr/>
        <a:lstStyle/>
        <a:p>
          <a:pPr latinLnBrk="1"/>
          <a:endParaRPr lang="ko-KR" altLang="en-US"/>
        </a:p>
      </dgm:t>
    </dgm:pt>
    <dgm:pt modelId="{10E3BE6A-7CE4-4CB7-8EBA-F2DA70F59E2D}" type="sibTrans" cxnId="{9033D803-D527-4FFB-9967-51C7931DF0A3}">
      <dgm:prSet/>
      <dgm:spPr/>
      <dgm:t>
        <a:bodyPr/>
        <a:lstStyle/>
        <a:p>
          <a:pPr latinLnBrk="1"/>
          <a:endParaRPr lang="ko-KR" altLang="en-US"/>
        </a:p>
      </dgm:t>
    </dgm:pt>
    <dgm:pt modelId="{E0E8E8AB-BA46-4DF6-B8BD-5E3A20D8C5BC}">
      <dgm:prSet/>
      <dgm:spPr/>
      <dgm:t>
        <a:bodyPr/>
        <a:lstStyle/>
        <a:p>
          <a:pPr rtl="0" eaLnBrk="1" latinLnBrk="1" hangingPunct="1"/>
          <a:r>
            <a:rPr lang="en-US"/>
            <a:t>Linear Programming</a:t>
          </a:r>
          <a:endParaRPr lang="ko-KR"/>
        </a:p>
      </dgm:t>
    </dgm:pt>
    <dgm:pt modelId="{E2A61E3A-FFAA-436A-BFCD-696B8AC4061B}" type="parTrans" cxnId="{17E6E032-40EA-4220-8A0D-F83A6509DDC4}">
      <dgm:prSet/>
      <dgm:spPr/>
      <dgm:t>
        <a:bodyPr/>
        <a:lstStyle/>
        <a:p>
          <a:pPr latinLnBrk="1"/>
          <a:endParaRPr lang="ko-KR" altLang="en-US"/>
        </a:p>
      </dgm:t>
    </dgm:pt>
    <dgm:pt modelId="{7F3CEB4D-29E6-4D1D-8A57-20CBD9C9217B}" type="sibTrans" cxnId="{17E6E032-40EA-4220-8A0D-F83A6509DDC4}">
      <dgm:prSet/>
      <dgm:spPr/>
      <dgm:t>
        <a:bodyPr/>
        <a:lstStyle/>
        <a:p>
          <a:pPr latinLnBrk="1"/>
          <a:endParaRPr lang="ko-KR" altLang="en-US"/>
        </a:p>
      </dgm:t>
    </dgm:pt>
    <dgm:pt modelId="{1F045C0E-0F36-4BAE-8FBD-002FB8D5FDFF}">
      <dgm:prSet/>
      <dgm:spPr/>
      <dgm:t>
        <a:bodyPr/>
        <a:lstStyle/>
        <a:p>
          <a:pPr rtl="0" eaLnBrk="1" latinLnBrk="1" hangingPunct="1"/>
          <a:r>
            <a:rPr lang="en-US"/>
            <a:t>P, NP, NP-complete</a:t>
          </a:r>
          <a:endParaRPr lang="ko-KR"/>
        </a:p>
      </dgm:t>
    </dgm:pt>
    <dgm:pt modelId="{B0CCDD04-900B-4445-B3D4-F37EF5971DD3}" type="parTrans" cxnId="{3B630472-3BC1-4B1E-ABBD-1FB8475CC382}">
      <dgm:prSet/>
      <dgm:spPr/>
      <dgm:t>
        <a:bodyPr/>
        <a:lstStyle/>
        <a:p>
          <a:pPr latinLnBrk="1"/>
          <a:endParaRPr lang="ko-KR" altLang="en-US"/>
        </a:p>
      </dgm:t>
    </dgm:pt>
    <dgm:pt modelId="{FD3C3549-51B7-4D92-A0ED-F49EF707A3EA}" type="sibTrans" cxnId="{3B630472-3BC1-4B1E-ABBD-1FB8475CC382}">
      <dgm:prSet/>
      <dgm:spPr/>
      <dgm:t>
        <a:bodyPr/>
        <a:lstStyle/>
        <a:p>
          <a:pPr latinLnBrk="1"/>
          <a:endParaRPr lang="ko-KR" altLang="en-US"/>
        </a:p>
      </dgm:t>
    </dgm:pt>
    <dgm:pt modelId="{194D6B17-4220-44E2-99BB-B4FA10803C5C}">
      <dgm:prSet/>
      <dgm:spPr/>
      <dgm:t>
        <a:bodyPr/>
        <a:lstStyle/>
        <a:p>
          <a:pPr rtl="0" eaLnBrk="1" latinLnBrk="1" hangingPunct="1"/>
          <a:r>
            <a:rPr lang="en-US"/>
            <a:t>Coping with NP-completeness</a:t>
          </a:r>
          <a:endParaRPr lang="ko-KR"/>
        </a:p>
      </dgm:t>
    </dgm:pt>
    <dgm:pt modelId="{885D167D-113B-4D4B-B5F3-CE33F30A7BD2}" type="parTrans" cxnId="{6AAAB49C-8D37-41FF-BA48-FC00125CFAF8}">
      <dgm:prSet/>
      <dgm:spPr/>
      <dgm:t>
        <a:bodyPr/>
        <a:lstStyle/>
        <a:p>
          <a:pPr latinLnBrk="1"/>
          <a:endParaRPr lang="ko-KR" altLang="en-US"/>
        </a:p>
      </dgm:t>
    </dgm:pt>
    <dgm:pt modelId="{2E9725F1-9095-462A-86A7-A8DBE94C27E9}" type="sibTrans" cxnId="{6AAAB49C-8D37-41FF-BA48-FC00125CFAF8}">
      <dgm:prSet/>
      <dgm:spPr/>
      <dgm:t>
        <a:bodyPr/>
        <a:lstStyle/>
        <a:p>
          <a:pPr latinLnBrk="1"/>
          <a:endParaRPr lang="ko-KR" altLang="en-US"/>
        </a:p>
      </dgm:t>
    </dgm:pt>
    <dgm:pt modelId="{4C5DC1BB-B740-40B4-9173-7749B7F83EB0}" type="pres">
      <dgm:prSet presAssocID="{B870A9D6-1CBA-4C82-AEB9-136874785BF7}" presName="outerComposite" presStyleCnt="0">
        <dgm:presLayoutVars>
          <dgm:chMax val="5"/>
          <dgm:dir/>
          <dgm:resizeHandles val="exact"/>
        </dgm:presLayoutVars>
      </dgm:prSet>
      <dgm:spPr/>
    </dgm:pt>
    <dgm:pt modelId="{6E38B159-7732-4586-B7AA-168ECE767E97}" type="pres">
      <dgm:prSet presAssocID="{B870A9D6-1CBA-4C82-AEB9-136874785BF7}" presName="dummyMaxCanvas" presStyleCnt="0">
        <dgm:presLayoutVars/>
      </dgm:prSet>
      <dgm:spPr/>
    </dgm:pt>
    <dgm:pt modelId="{EB25F064-85DA-4650-8BF7-2E6B8709597C}" type="pres">
      <dgm:prSet presAssocID="{B870A9D6-1CBA-4C82-AEB9-136874785BF7}" presName="FourNodes_1" presStyleLbl="node1" presStyleIdx="0" presStyleCnt="4">
        <dgm:presLayoutVars>
          <dgm:bulletEnabled val="1"/>
        </dgm:presLayoutVars>
      </dgm:prSet>
      <dgm:spPr/>
    </dgm:pt>
    <dgm:pt modelId="{2CB8AF54-919D-4623-81BC-10B08F20F934}" type="pres">
      <dgm:prSet presAssocID="{B870A9D6-1CBA-4C82-AEB9-136874785BF7}" presName="FourNodes_2" presStyleLbl="node1" presStyleIdx="1" presStyleCnt="4">
        <dgm:presLayoutVars>
          <dgm:bulletEnabled val="1"/>
        </dgm:presLayoutVars>
      </dgm:prSet>
      <dgm:spPr/>
    </dgm:pt>
    <dgm:pt modelId="{1F4AA7FA-EE67-4C22-A8E9-EFCB89C33F28}" type="pres">
      <dgm:prSet presAssocID="{B870A9D6-1CBA-4C82-AEB9-136874785BF7}" presName="FourNodes_3" presStyleLbl="node1" presStyleIdx="2" presStyleCnt="4">
        <dgm:presLayoutVars>
          <dgm:bulletEnabled val="1"/>
        </dgm:presLayoutVars>
      </dgm:prSet>
      <dgm:spPr/>
    </dgm:pt>
    <dgm:pt modelId="{268F52B5-008B-4CFD-AAF7-C5C606E72146}" type="pres">
      <dgm:prSet presAssocID="{B870A9D6-1CBA-4C82-AEB9-136874785BF7}" presName="FourNodes_4" presStyleLbl="node1" presStyleIdx="3" presStyleCnt="4">
        <dgm:presLayoutVars>
          <dgm:bulletEnabled val="1"/>
        </dgm:presLayoutVars>
      </dgm:prSet>
      <dgm:spPr/>
    </dgm:pt>
    <dgm:pt modelId="{722293F0-A9ED-48D4-A021-B0CA7174FE56}" type="pres">
      <dgm:prSet presAssocID="{B870A9D6-1CBA-4C82-AEB9-136874785BF7}" presName="FourConn_1-2" presStyleLbl="fgAccFollowNode1" presStyleIdx="0" presStyleCnt="3">
        <dgm:presLayoutVars>
          <dgm:bulletEnabled val="1"/>
        </dgm:presLayoutVars>
      </dgm:prSet>
      <dgm:spPr/>
    </dgm:pt>
    <dgm:pt modelId="{98255E50-6A4D-4AE4-BF18-2E39393CD22F}" type="pres">
      <dgm:prSet presAssocID="{B870A9D6-1CBA-4C82-AEB9-136874785BF7}" presName="FourConn_2-3" presStyleLbl="fgAccFollowNode1" presStyleIdx="1" presStyleCnt="3">
        <dgm:presLayoutVars>
          <dgm:bulletEnabled val="1"/>
        </dgm:presLayoutVars>
      </dgm:prSet>
      <dgm:spPr/>
    </dgm:pt>
    <dgm:pt modelId="{558CC824-7041-427C-8633-1E5468E886E4}" type="pres">
      <dgm:prSet presAssocID="{B870A9D6-1CBA-4C82-AEB9-136874785BF7}" presName="FourConn_3-4" presStyleLbl="fgAccFollowNode1" presStyleIdx="2" presStyleCnt="3">
        <dgm:presLayoutVars>
          <dgm:bulletEnabled val="1"/>
        </dgm:presLayoutVars>
      </dgm:prSet>
      <dgm:spPr/>
    </dgm:pt>
    <dgm:pt modelId="{3B7DF645-B2F6-429B-86B1-5CF9011149AC}" type="pres">
      <dgm:prSet presAssocID="{B870A9D6-1CBA-4C82-AEB9-136874785BF7}" presName="FourNodes_1_text" presStyleLbl="node1" presStyleIdx="3" presStyleCnt="4">
        <dgm:presLayoutVars>
          <dgm:bulletEnabled val="1"/>
        </dgm:presLayoutVars>
      </dgm:prSet>
      <dgm:spPr/>
    </dgm:pt>
    <dgm:pt modelId="{AE972E36-8FF7-4425-81F9-278392844039}" type="pres">
      <dgm:prSet presAssocID="{B870A9D6-1CBA-4C82-AEB9-136874785BF7}" presName="FourNodes_2_text" presStyleLbl="node1" presStyleIdx="3" presStyleCnt="4">
        <dgm:presLayoutVars>
          <dgm:bulletEnabled val="1"/>
        </dgm:presLayoutVars>
      </dgm:prSet>
      <dgm:spPr/>
    </dgm:pt>
    <dgm:pt modelId="{5368C9CE-E28D-4292-9CB0-79B586079931}" type="pres">
      <dgm:prSet presAssocID="{B870A9D6-1CBA-4C82-AEB9-136874785BF7}" presName="FourNodes_3_text" presStyleLbl="node1" presStyleIdx="3" presStyleCnt="4">
        <dgm:presLayoutVars>
          <dgm:bulletEnabled val="1"/>
        </dgm:presLayoutVars>
      </dgm:prSet>
      <dgm:spPr/>
    </dgm:pt>
    <dgm:pt modelId="{E4F2491A-D92A-475E-9F12-F9A964706B87}" type="pres">
      <dgm:prSet presAssocID="{B870A9D6-1CBA-4C82-AEB9-136874785BF7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DC983409-6CD8-4C98-9475-7913EB6E33E3}" type="presOf" srcId="{1F045C0E-0F36-4BAE-8FBD-002FB8D5FDFF}" destId="{1F4AA7FA-EE67-4C22-A8E9-EFCB89C33F28}" srcOrd="0" destOrd="0" presId="urn:microsoft.com/office/officeart/2005/8/layout/vProcess5"/>
    <dgm:cxn modelId="{AEF1FE81-DC7E-4BB2-892D-0D595500AE31}" type="presOf" srcId="{194D6B17-4220-44E2-99BB-B4FA10803C5C}" destId="{E4F2491A-D92A-475E-9F12-F9A964706B87}" srcOrd="1" destOrd="0" presId="urn:microsoft.com/office/officeart/2005/8/layout/vProcess5"/>
    <dgm:cxn modelId="{345F4D1C-9D16-4808-A8A2-E0FF99DD96B9}" type="presOf" srcId="{E0E8E8AB-BA46-4DF6-B8BD-5E3A20D8C5BC}" destId="{AE972E36-8FF7-4425-81F9-278392844039}" srcOrd="1" destOrd="0" presId="urn:microsoft.com/office/officeart/2005/8/layout/vProcess5"/>
    <dgm:cxn modelId="{F764F2E0-B994-48DC-B63A-7863A35990E5}" type="presOf" srcId="{194D6B17-4220-44E2-99BB-B4FA10803C5C}" destId="{268F52B5-008B-4CFD-AAF7-C5C606E72146}" srcOrd="0" destOrd="0" presId="urn:microsoft.com/office/officeart/2005/8/layout/vProcess5"/>
    <dgm:cxn modelId="{F09B016F-6102-4A1F-96D3-72A0590893E4}" type="presOf" srcId="{E0E8E8AB-BA46-4DF6-B8BD-5E3A20D8C5BC}" destId="{2CB8AF54-919D-4623-81BC-10B08F20F934}" srcOrd="0" destOrd="0" presId="urn:microsoft.com/office/officeart/2005/8/layout/vProcess5"/>
    <dgm:cxn modelId="{6AAAB49C-8D37-41FF-BA48-FC00125CFAF8}" srcId="{B870A9D6-1CBA-4C82-AEB9-136874785BF7}" destId="{194D6B17-4220-44E2-99BB-B4FA10803C5C}" srcOrd="3" destOrd="0" parTransId="{885D167D-113B-4D4B-B5F3-CE33F30A7BD2}" sibTransId="{2E9725F1-9095-462A-86A7-A8DBE94C27E9}"/>
    <dgm:cxn modelId="{830DE88F-FC1C-4101-B10D-7213E200FDB6}" type="presOf" srcId="{7F3CEB4D-29E6-4D1D-8A57-20CBD9C9217B}" destId="{98255E50-6A4D-4AE4-BF18-2E39393CD22F}" srcOrd="0" destOrd="0" presId="urn:microsoft.com/office/officeart/2005/8/layout/vProcess5"/>
    <dgm:cxn modelId="{83722BDD-5956-47AD-A30E-356D0C1AFC43}" type="presOf" srcId="{FD3C3549-51B7-4D92-A0ED-F49EF707A3EA}" destId="{558CC824-7041-427C-8633-1E5468E886E4}" srcOrd="0" destOrd="0" presId="urn:microsoft.com/office/officeart/2005/8/layout/vProcess5"/>
    <dgm:cxn modelId="{CDCD2CEC-7B42-43D9-9D3D-CBB1397713CA}" type="presOf" srcId="{8D53316C-C840-418E-9975-00B96ABF25AD}" destId="{EB25F064-85DA-4650-8BF7-2E6B8709597C}" srcOrd="0" destOrd="0" presId="urn:microsoft.com/office/officeart/2005/8/layout/vProcess5"/>
    <dgm:cxn modelId="{5E93F722-4108-4756-A9B4-11C260590190}" type="presOf" srcId="{10E3BE6A-7CE4-4CB7-8EBA-F2DA70F59E2D}" destId="{722293F0-A9ED-48D4-A021-B0CA7174FE56}" srcOrd="0" destOrd="0" presId="urn:microsoft.com/office/officeart/2005/8/layout/vProcess5"/>
    <dgm:cxn modelId="{3B630472-3BC1-4B1E-ABBD-1FB8475CC382}" srcId="{B870A9D6-1CBA-4C82-AEB9-136874785BF7}" destId="{1F045C0E-0F36-4BAE-8FBD-002FB8D5FDFF}" srcOrd="2" destOrd="0" parTransId="{B0CCDD04-900B-4445-B3D4-F37EF5971DD3}" sibTransId="{FD3C3549-51B7-4D92-A0ED-F49EF707A3EA}"/>
    <dgm:cxn modelId="{ABF1AD5E-C6FF-4037-991D-7CA7BB185145}" type="presOf" srcId="{B870A9D6-1CBA-4C82-AEB9-136874785BF7}" destId="{4C5DC1BB-B740-40B4-9173-7749B7F83EB0}" srcOrd="0" destOrd="0" presId="urn:microsoft.com/office/officeart/2005/8/layout/vProcess5"/>
    <dgm:cxn modelId="{4A020AF9-66C6-4DE5-AF27-379FF72667EC}" type="presOf" srcId="{8D53316C-C840-418E-9975-00B96ABF25AD}" destId="{3B7DF645-B2F6-429B-86B1-5CF9011149AC}" srcOrd="1" destOrd="0" presId="urn:microsoft.com/office/officeart/2005/8/layout/vProcess5"/>
    <dgm:cxn modelId="{70AE1FA5-D54A-4499-A1CC-3A16964AFA27}" type="presOf" srcId="{1F045C0E-0F36-4BAE-8FBD-002FB8D5FDFF}" destId="{5368C9CE-E28D-4292-9CB0-79B586079931}" srcOrd="1" destOrd="0" presId="urn:microsoft.com/office/officeart/2005/8/layout/vProcess5"/>
    <dgm:cxn modelId="{17E6E032-40EA-4220-8A0D-F83A6509DDC4}" srcId="{B870A9D6-1CBA-4C82-AEB9-136874785BF7}" destId="{E0E8E8AB-BA46-4DF6-B8BD-5E3A20D8C5BC}" srcOrd="1" destOrd="0" parTransId="{E2A61E3A-FFAA-436A-BFCD-696B8AC4061B}" sibTransId="{7F3CEB4D-29E6-4D1D-8A57-20CBD9C9217B}"/>
    <dgm:cxn modelId="{9033D803-D527-4FFB-9967-51C7931DF0A3}" srcId="{B870A9D6-1CBA-4C82-AEB9-136874785BF7}" destId="{8D53316C-C840-418E-9975-00B96ABF25AD}" srcOrd="0" destOrd="0" parTransId="{0B05D891-12EF-4752-B0D4-318BD1775344}" sibTransId="{10E3BE6A-7CE4-4CB7-8EBA-F2DA70F59E2D}"/>
    <dgm:cxn modelId="{6B1B3C3E-D6B3-471E-8946-234C0D64BEBE}" type="presParOf" srcId="{4C5DC1BB-B740-40B4-9173-7749B7F83EB0}" destId="{6E38B159-7732-4586-B7AA-168ECE767E97}" srcOrd="0" destOrd="0" presId="urn:microsoft.com/office/officeart/2005/8/layout/vProcess5"/>
    <dgm:cxn modelId="{1A12126D-A294-4AAD-99AC-35C6522A5580}" type="presParOf" srcId="{4C5DC1BB-B740-40B4-9173-7749B7F83EB0}" destId="{EB25F064-85DA-4650-8BF7-2E6B8709597C}" srcOrd="1" destOrd="0" presId="urn:microsoft.com/office/officeart/2005/8/layout/vProcess5"/>
    <dgm:cxn modelId="{B9C6364D-C2EA-4555-9D48-C6E84AF1E03D}" type="presParOf" srcId="{4C5DC1BB-B740-40B4-9173-7749B7F83EB0}" destId="{2CB8AF54-919D-4623-81BC-10B08F20F934}" srcOrd="2" destOrd="0" presId="urn:microsoft.com/office/officeart/2005/8/layout/vProcess5"/>
    <dgm:cxn modelId="{539227D2-1602-4990-80C4-6A32E6597FAD}" type="presParOf" srcId="{4C5DC1BB-B740-40B4-9173-7749B7F83EB0}" destId="{1F4AA7FA-EE67-4C22-A8E9-EFCB89C33F28}" srcOrd="3" destOrd="0" presId="urn:microsoft.com/office/officeart/2005/8/layout/vProcess5"/>
    <dgm:cxn modelId="{941B057C-0EC4-4DA8-8441-37FBC7C5C1A0}" type="presParOf" srcId="{4C5DC1BB-B740-40B4-9173-7749B7F83EB0}" destId="{268F52B5-008B-4CFD-AAF7-C5C606E72146}" srcOrd="4" destOrd="0" presId="urn:microsoft.com/office/officeart/2005/8/layout/vProcess5"/>
    <dgm:cxn modelId="{533FDF37-6E24-4AC5-8AAB-4D0B12B3740A}" type="presParOf" srcId="{4C5DC1BB-B740-40B4-9173-7749B7F83EB0}" destId="{722293F0-A9ED-48D4-A021-B0CA7174FE56}" srcOrd="5" destOrd="0" presId="urn:microsoft.com/office/officeart/2005/8/layout/vProcess5"/>
    <dgm:cxn modelId="{7D75BC5C-4A1C-4820-976C-8D740AA32C2D}" type="presParOf" srcId="{4C5DC1BB-B740-40B4-9173-7749B7F83EB0}" destId="{98255E50-6A4D-4AE4-BF18-2E39393CD22F}" srcOrd="6" destOrd="0" presId="urn:microsoft.com/office/officeart/2005/8/layout/vProcess5"/>
    <dgm:cxn modelId="{CCB19137-538F-4DA9-A6DE-5A637E4AEB6B}" type="presParOf" srcId="{4C5DC1BB-B740-40B4-9173-7749B7F83EB0}" destId="{558CC824-7041-427C-8633-1E5468E886E4}" srcOrd="7" destOrd="0" presId="urn:microsoft.com/office/officeart/2005/8/layout/vProcess5"/>
    <dgm:cxn modelId="{47ABFC4E-4D86-47EA-8B08-CD8EF3723CE9}" type="presParOf" srcId="{4C5DC1BB-B740-40B4-9173-7749B7F83EB0}" destId="{3B7DF645-B2F6-429B-86B1-5CF9011149AC}" srcOrd="8" destOrd="0" presId="urn:microsoft.com/office/officeart/2005/8/layout/vProcess5"/>
    <dgm:cxn modelId="{D7C9E78E-55CB-4F96-B62E-B653299A77E4}" type="presParOf" srcId="{4C5DC1BB-B740-40B4-9173-7749B7F83EB0}" destId="{AE972E36-8FF7-4425-81F9-278392844039}" srcOrd="9" destOrd="0" presId="urn:microsoft.com/office/officeart/2005/8/layout/vProcess5"/>
    <dgm:cxn modelId="{DC94937F-1C7C-4B92-8E76-CAFF5B21E9D5}" type="presParOf" srcId="{4C5DC1BB-B740-40B4-9173-7749B7F83EB0}" destId="{5368C9CE-E28D-4292-9CB0-79B586079931}" srcOrd="10" destOrd="0" presId="urn:microsoft.com/office/officeart/2005/8/layout/vProcess5"/>
    <dgm:cxn modelId="{903148D7-A95A-419C-A5D0-0A3632F6F908}" type="presParOf" srcId="{4C5DC1BB-B740-40B4-9173-7749B7F83EB0}" destId="{E4F2491A-D92A-475E-9F12-F9A964706B87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1C2A0B4-A992-430D-AB54-21D93DDAE21B}" type="doc">
      <dgm:prSet loTypeId="urn:microsoft.com/office/officeart/2005/8/layout/equation1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pPr latinLnBrk="1"/>
          <a:endParaRPr lang="ko-KR" altLang="en-US"/>
        </a:p>
      </dgm:t>
    </dgm:pt>
    <dgm:pt modelId="{24DEA3AB-0B94-462E-A3FB-83A1915F7A95}">
      <dgm:prSet/>
      <dgm:spPr/>
      <dgm:t>
        <a:bodyPr/>
        <a:lstStyle/>
        <a:p>
          <a:pPr rtl="0" eaLnBrk="1" latinLnBrk="1" hangingPunct="1">
            <a:buClr>
              <a:schemeClr val="accent1"/>
            </a:buClr>
            <a:buSzPct val="100000"/>
            <a:buFont typeface="+mj-lt"/>
            <a:buAutoNum type="arabicPeriod"/>
          </a:pPr>
          <a:r>
            <a:rPr lang="ko-KR" dirty="0"/>
            <a:t>직관적 이</a:t>
          </a:r>
          <a:r>
            <a:rPr lang="ko-KR" altLang="en-US" dirty="0"/>
            <a:t>해</a:t>
          </a:r>
          <a:endParaRPr lang="ko-KR" dirty="0"/>
        </a:p>
      </dgm:t>
    </dgm:pt>
    <dgm:pt modelId="{4D462B3E-50FC-4AE8-AEAF-45CEE6B21990}" type="parTrans" cxnId="{1D744A6B-B1D2-4F90-B20E-A27B7E231425}">
      <dgm:prSet/>
      <dgm:spPr/>
      <dgm:t>
        <a:bodyPr/>
        <a:lstStyle/>
        <a:p>
          <a:pPr latinLnBrk="1"/>
          <a:endParaRPr lang="ko-KR" altLang="en-US"/>
        </a:p>
      </dgm:t>
    </dgm:pt>
    <dgm:pt modelId="{0B0CAF97-C80E-41F0-89A6-EF708FEFA03B}" type="sibTrans" cxnId="{1D744A6B-B1D2-4F90-B20E-A27B7E231425}">
      <dgm:prSet/>
      <dgm:spPr/>
      <dgm:t>
        <a:bodyPr/>
        <a:lstStyle/>
        <a:p>
          <a:pPr latinLnBrk="1"/>
          <a:endParaRPr lang="ko-KR" altLang="en-US"/>
        </a:p>
      </dgm:t>
    </dgm:pt>
    <dgm:pt modelId="{A5F3AE9F-1AC6-4D00-A669-5CBB9A6103C6}">
      <dgm:prSet/>
      <dgm:spPr/>
      <dgm:t>
        <a:bodyPr/>
        <a:lstStyle/>
        <a:p>
          <a:pPr rtl="0" eaLnBrk="1" latinLnBrk="1" hangingPunct="1"/>
          <a:r>
            <a:rPr lang="ko-KR"/>
            <a:t>수학적 증명</a:t>
          </a:r>
        </a:p>
      </dgm:t>
    </dgm:pt>
    <dgm:pt modelId="{CF1BBD56-3A05-4421-BEAD-4DAECADE99D7}" type="parTrans" cxnId="{5A964A66-6A6A-448B-8593-0B4DC0D186EB}">
      <dgm:prSet/>
      <dgm:spPr/>
      <dgm:t>
        <a:bodyPr/>
        <a:lstStyle/>
        <a:p>
          <a:pPr latinLnBrk="1"/>
          <a:endParaRPr lang="ko-KR" altLang="en-US"/>
        </a:p>
      </dgm:t>
    </dgm:pt>
    <dgm:pt modelId="{C5F165D4-D69C-4695-8340-FCFD7992A193}" type="sibTrans" cxnId="{5A964A66-6A6A-448B-8593-0B4DC0D186EB}">
      <dgm:prSet/>
      <dgm:spPr/>
      <dgm:t>
        <a:bodyPr/>
        <a:lstStyle/>
        <a:p>
          <a:pPr latinLnBrk="1"/>
          <a:endParaRPr lang="ko-KR" altLang="en-US"/>
        </a:p>
      </dgm:t>
    </dgm:pt>
    <dgm:pt modelId="{68B5ED07-3878-4C3A-BFEE-BF6B66840B84}">
      <dgm:prSet/>
      <dgm:spPr/>
      <dgm:t>
        <a:bodyPr/>
        <a:lstStyle/>
        <a:p>
          <a:pPr rtl="0" eaLnBrk="1" latinLnBrk="1" hangingPunct="1"/>
          <a:r>
            <a:rPr lang="ko-KR" dirty="0"/>
            <a:t>시간 </a:t>
          </a:r>
          <a:r>
            <a:rPr lang="en-US" altLang="ko-KR" dirty="0"/>
            <a:t>   </a:t>
          </a:r>
          <a:r>
            <a:rPr lang="ko-KR" dirty="0"/>
            <a:t>복잡도</a:t>
          </a:r>
        </a:p>
      </dgm:t>
    </dgm:pt>
    <dgm:pt modelId="{D51147BB-3F5F-4FE2-85C2-FFBC258EDC0E}" type="parTrans" cxnId="{5D0F867A-43F3-4E83-9747-9EABAB63A254}">
      <dgm:prSet/>
      <dgm:spPr/>
      <dgm:t>
        <a:bodyPr/>
        <a:lstStyle/>
        <a:p>
          <a:pPr latinLnBrk="1"/>
          <a:endParaRPr lang="ko-KR" altLang="en-US"/>
        </a:p>
      </dgm:t>
    </dgm:pt>
    <dgm:pt modelId="{9187D44A-D210-45B6-B2E8-006445F012EA}" type="sibTrans" cxnId="{5D0F867A-43F3-4E83-9747-9EABAB63A254}">
      <dgm:prSet/>
      <dgm:spPr/>
      <dgm:t>
        <a:bodyPr/>
        <a:lstStyle/>
        <a:p>
          <a:pPr latinLnBrk="1"/>
          <a:endParaRPr lang="ko-KR" altLang="en-US"/>
        </a:p>
      </dgm:t>
    </dgm:pt>
    <dgm:pt modelId="{7C6FA189-D9BD-426A-9EEC-8BE77F50DC78}">
      <dgm:prSet/>
      <dgm:spPr/>
      <dgm:t>
        <a:bodyPr/>
        <a:lstStyle/>
        <a:p>
          <a:pPr rtl="0" eaLnBrk="1" latinLnBrk="1" hangingPunct="1"/>
          <a:r>
            <a:rPr lang="ko-KR" altLang="en-US" dirty="0"/>
            <a:t>이론적 정복</a:t>
          </a:r>
          <a:endParaRPr lang="ko-KR" dirty="0"/>
        </a:p>
      </dgm:t>
    </dgm:pt>
    <dgm:pt modelId="{B1058578-0443-4852-88E4-9E066636E42B}" type="parTrans" cxnId="{41DA4597-3CB6-4EF7-9E98-C0B7FD8F9420}">
      <dgm:prSet/>
      <dgm:spPr/>
      <dgm:t>
        <a:bodyPr/>
        <a:lstStyle/>
        <a:p>
          <a:pPr latinLnBrk="1"/>
          <a:endParaRPr lang="ko-KR" altLang="en-US"/>
        </a:p>
      </dgm:t>
    </dgm:pt>
    <dgm:pt modelId="{8353C28B-7C3F-4623-AA28-F1BCAABEF83F}" type="sibTrans" cxnId="{41DA4597-3CB6-4EF7-9E98-C0B7FD8F9420}">
      <dgm:prSet/>
      <dgm:spPr/>
      <dgm:t>
        <a:bodyPr/>
        <a:lstStyle/>
        <a:p>
          <a:pPr latinLnBrk="1"/>
          <a:endParaRPr lang="ko-KR" altLang="en-US"/>
        </a:p>
      </dgm:t>
    </dgm:pt>
    <dgm:pt modelId="{5A0ABF78-20E1-43AF-8900-3640F2498E4C}" type="pres">
      <dgm:prSet presAssocID="{71C2A0B4-A992-430D-AB54-21D93DDAE21B}" presName="linearFlow" presStyleCnt="0">
        <dgm:presLayoutVars>
          <dgm:dir/>
          <dgm:resizeHandles val="exact"/>
        </dgm:presLayoutVars>
      </dgm:prSet>
      <dgm:spPr/>
    </dgm:pt>
    <dgm:pt modelId="{85FE6301-0680-4BE5-9B9C-4F383C37BA0C}" type="pres">
      <dgm:prSet presAssocID="{24DEA3AB-0B94-462E-A3FB-83A1915F7A95}" presName="node" presStyleLbl="node1" presStyleIdx="0" presStyleCnt="4">
        <dgm:presLayoutVars>
          <dgm:bulletEnabled val="1"/>
        </dgm:presLayoutVars>
      </dgm:prSet>
      <dgm:spPr/>
    </dgm:pt>
    <dgm:pt modelId="{CE71B053-B72E-448B-927B-FA4FDC5EACBB}" type="pres">
      <dgm:prSet presAssocID="{0B0CAF97-C80E-41F0-89A6-EF708FEFA03B}" presName="spacerL" presStyleCnt="0"/>
      <dgm:spPr/>
    </dgm:pt>
    <dgm:pt modelId="{DFC9BCB0-114E-4301-93E7-A17D87D9B0C2}" type="pres">
      <dgm:prSet presAssocID="{0B0CAF97-C80E-41F0-89A6-EF708FEFA03B}" presName="sibTrans" presStyleLbl="sibTrans2D1" presStyleIdx="0" presStyleCnt="3"/>
      <dgm:spPr/>
    </dgm:pt>
    <dgm:pt modelId="{43580E00-AE01-4B24-BAB2-746585B9D99C}" type="pres">
      <dgm:prSet presAssocID="{0B0CAF97-C80E-41F0-89A6-EF708FEFA03B}" presName="spacerR" presStyleCnt="0"/>
      <dgm:spPr/>
    </dgm:pt>
    <dgm:pt modelId="{0FD703D0-C637-4EFB-8E55-AF63152E79E4}" type="pres">
      <dgm:prSet presAssocID="{A5F3AE9F-1AC6-4D00-A669-5CBB9A6103C6}" presName="node" presStyleLbl="node1" presStyleIdx="1" presStyleCnt="4">
        <dgm:presLayoutVars>
          <dgm:bulletEnabled val="1"/>
        </dgm:presLayoutVars>
      </dgm:prSet>
      <dgm:spPr/>
    </dgm:pt>
    <dgm:pt modelId="{EBDDFD8D-A500-48DA-B1A3-7320442B84E2}" type="pres">
      <dgm:prSet presAssocID="{C5F165D4-D69C-4695-8340-FCFD7992A193}" presName="spacerL" presStyleCnt="0"/>
      <dgm:spPr/>
    </dgm:pt>
    <dgm:pt modelId="{E790DF04-1F25-41C7-9F5B-1FB9F91CB2B8}" type="pres">
      <dgm:prSet presAssocID="{C5F165D4-D69C-4695-8340-FCFD7992A193}" presName="sibTrans" presStyleLbl="sibTrans2D1" presStyleIdx="1" presStyleCnt="3"/>
      <dgm:spPr/>
    </dgm:pt>
    <dgm:pt modelId="{FCCCAF11-DDFE-4070-93ED-037B1C713FCB}" type="pres">
      <dgm:prSet presAssocID="{C5F165D4-D69C-4695-8340-FCFD7992A193}" presName="spacerR" presStyleCnt="0"/>
      <dgm:spPr/>
    </dgm:pt>
    <dgm:pt modelId="{548EFD1C-E4F3-4059-BC2D-DFEAC4BC58C4}" type="pres">
      <dgm:prSet presAssocID="{68B5ED07-3878-4C3A-BFEE-BF6B66840B84}" presName="node" presStyleLbl="node1" presStyleIdx="2" presStyleCnt="4">
        <dgm:presLayoutVars>
          <dgm:bulletEnabled val="1"/>
        </dgm:presLayoutVars>
      </dgm:prSet>
      <dgm:spPr/>
    </dgm:pt>
    <dgm:pt modelId="{5ADFB4B3-3339-4DE3-BAA6-7CAE94D71B29}" type="pres">
      <dgm:prSet presAssocID="{9187D44A-D210-45B6-B2E8-006445F012EA}" presName="spacerL" presStyleCnt="0"/>
      <dgm:spPr/>
    </dgm:pt>
    <dgm:pt modelId="{25ED26CD-B5EA-488F-A5DB-0739E42AD2FC}" type="pres">
      <dgm:prSet presAssocID="{9187D44A-D210-45B6-B2E8-006445F012EA}" presName="sibTrans" presStyleLbl="sibTrans2D1" presStyleIdx="2" presStyleCnt="3"/>
      <dgm:spPr/>
    </dgm:pt>
    <dgm:pt modelId="{F92DB508-FA91-44E9-9434-E4F7F809284C}" type="pres">
      <dgm:prSet presAssocID="{9187D44A-D210-45B6-B2E8-006445F012EA}" presName="spacerR" presStyleCnt="0"/>
      <dgm:spPr/>
    </dgm:pt>
    <dgm:pt modelId="{5B8453E5-8C5D-448E-A1DA-822589B069FB}" type="pres">
      <dgm:prSet presAssocID="{7C6FA189-D9BD-426A-9EEC-8BE77F50DC78}" presName="node" presStyleLbl="node1" presStyleIdx="3" presStyleCnt="4">
        <dgm:presLayoutVars>
          <dgm:bulletEnabled val="1"/>
        </dgm:presLayoutVars>
      </dgm:prSet>
      <dgm:spPr/>
    </dgm:pt>
  </dgm:ptLst>
  <dgm:cxnLst>
    <dgm:cxn modelId="{5A964A66-6A6A-448B-8593-0B4DC0D186EB}" srcId="{71C2A0B4-A992-430D-AB54-21D93DDAE21B}" destId="{A5F3AE9F-1AC6-4D00-A669-5CBB9A6103C6}" srcOrd="1" destOrd="0" parTransId="{CF1BBD56-3A05-4421-BEAD-4DAECADE99D7}" sibTransId="{C5F165D4-D69C-4695-8340-FCFD7992A193}"/>
    <dgm:cxn modelId="{386C6B1A-3536-47F4-9E03-E28BEF05FB66}" type="presOf" srcId="{7C6FA189-D9BD-426A-9EEC-8BE77F50DC78}" destId="{5B8453E5-8C5D-448E-A1DA-822589B069FB}" srcOrd="0" destOrd="0" presId="urn:microsoft.com/office/officeart/2005/8/layout/equation1"/>
    <dgm:cxn modelId="{0F0F941A-60F4-45A0-BAFB-05BEF00F946A}" type="presOf" srcId="{A5F3AE9F-1AC6-4D00-A669-5CBB9A6103C6}" destId="{0FD703D0-C637-4EFB-8E55-AF63152E79E4}" srcOrd="0" destOrd="0" presId="urn:microsoft.com/office/officeart/2005/8/layout/equation1"/>
    <dgm:cxn modelId="{5EE70010-2483-405D-B9BF-E6DDA18431B3}" type="presOf" srcId="{C5F165D4-D69C-4695-8340-FCFD7992A193}" destId="{E790DF04-1F25-41C7-9F5B-1FB9F91CB2B8}" srcOrd="0" destOrd="0" presId="urn:microsoft.com/office/officeart/2005/8/layout/equation1"/>
    <dgm:cxn modelId="{1D744A6B-B1D2-4F90-B20E-A27B7E231425}" srcId="{71C2A0B4-A992-430D-AB54-21D93DDAE21B}" destId="{24DEA3AB-0B94-462E-A3FB-83A1915F7A95}" srcOrd="0" destOrd="0" parTransId="{4D462B3E-50FC-4AE8-AEAF-45CEE6B21990}" sibTransId="{0B0CAF97-C80E-41F0-89A6-EF708FEFA03B}"/>
    <dgm:cxn modelId="{41DA4597-3CB6-4EF7-9E98-C0B7FD8F9420}" srcId="{71C2A0B4-A992-430D-AB54-21D93DDAE21B}" destId="{7C6FA189-D9BD-426A-9EEC-8BE77F50DC78}" srcOrd="3" destOrd="0" parTransId="{B1058578-0443-4852-88E4-9E066636E42B}" sibTransId="{8353C28B-7C3F-4623-AA28-F1BCAABEF83F}"/>
    <dgm:cxn modelId="{D8F375C2-4B41-4EBE-B77C-040BDA39645F}" type="presOf" srcId="{24DEA3AB-0B94-462E-A3FB-83A1915F7A95}" destId="{85FE6301-0680-4BE5-9B9C-4F383C37BA0C}" srcOrd="0" destOrd="0" presId="urn:microsoft.com/office/officeart/2005/8/layout/equation1"/>
    <dgm:cxn modelId="{E4032C76-2F09-4FC6-AE91-912B1568079C}" type="presOf" srcId="{0B0CAF97-C80E-41F0-89A6-EF708FEFA03B}" destId="{DFC9BCB0-114E-4301-93E7-A17D87D9B0C2}" srcOrd="0" destOrd="0" presId="urn:microsoft.com/office/officeart/2005/8/layout/equation1"/>
    <dgm:cxn modelId="{F57712D3-34EA-465E-9A53-E5785E5AA1A6}" type="presOf" srcId="{68B5ED07-3878-4C3A-BFEE-BF6B66840B84}" destId="{548EFD1C-E4F3-4059-BC2D-DFEAC4BC58C4}" srcOrd="0" destOrd="0" presId="urn:microsoft.com/office/officeart/2005/8/layout/equation1"/>
    <dgm:cxn modelId="{5D0F867A-43F3-4E83-9747-9EABAB63A254}" srcId="{71C2A0B4-A992-430D-AB54-21D93DDAE21B}" destId="{68B5ED07-3878-4C3A-BFEE-BF6B66840B84}" srcOrd="2" destOrd="0" parTransId="{D51147BB-3F5F-4FE2-85C2-FFBC258EDC0E}" sibTransId="{9187D44A-D210-45B6-B2E8-006445F012EA}"/>
    <dgm:cxn modelId="{147EAC20-AA28-434F-BF60-D6AF49BCD5D6}" type="presOf" srcId="{71C2A0B4-A992-430D-AB54-21D93DDAE21B}" destId="{5A0ABF78-20E1-43AF-8900-3640F2498E4C}" srcOrd="0" destOrd="0" presId="urn:microsoft.com/office/officeart/2005/8/layout/equation1"/>
    <dgm:cxn modelId="{5E18A2F3-1A9D-498E-86B1-7F0B7F035141}" type="presOf" srcId="{9187D44A-D210-45B6-B2E8-006445F012EA}" destId="{25ED26CD-B5EA-488F-A5DB-0739E42AD2FC}" srcOrd="0" destOrd="0" presId="urn:microsoft.com/office/officeart/2005/8/layout/equation1"/>
    <dgm:cxn modelId="{5A0CE764-091F-4CC1-B8B3-01B3F1641638}" type="presParOf" srcId="{5A0ABF78-20E1-43AF-8900-3640F2498E4C}" destId="{85FE6301-0680-4BE5-9B9C-4F383C37BA0C}" srcOrd="0" destOrd="0" presId="urn:microsoft.com/office/officeart/2005/8/layout/equation1"/>
    <dgm:cxn modelId="{87813384-77DA-48F5-B19B-DE3F2708DE6E}" type="presParOf" srcId="{5A0ABF78-20E1-43AF-8900-3640F2498E4C}" destId="{CE71B053-B72E-448B-927B-FA4FDC5EACBB}" srcOrd="1" destOrd="0" presId="urn:microsoft.com/office/officeart/2005/8/layout/equation1"/>
    <dgm:cxn modelId="{09394328-5E7C-4E52-B998-6D5FCE6AF1F2}" type="presParOf" srcId="{5A0ABF78-20E1-43AF-8900-3640F2498E4C}" destId="{DFC9BCB0-114E-4301-93E7-A17D87D9B0C2}" srcOrd="2" destOrd="0" presId="urn:microsoft.com/office/officeart/2005/8/layout/equation1"/>
    <dgm:cxn modelId="{ED81CAF4-47F1-45D2-8C8F-2EFE570A0FA7}" type="presParOf" srcId="{5A0ABF78-20E1-43AF-8900-3640F2498E4C}" destId="{43580E00-AE01-4B24-BAB2-746585B9D99C}" srcOrd="3" destOrd="0" presId="urn:microsoft.com/office/officeart/2005/8/layout/equation1"/>
    <dgm:cxn modelId="{7CC25FBE-D5BD-4095-9C65-D27DCD8D068A}" type="presParOf" srcId="{5A0ABF78-20E1-43AF-8900-3640F2498E4C}" destId="{0FD703D0-C637-4EFB-8E55-AF63152E79E4}" srcOrd="4" destOrd="0" presId="urn:microsoft.com/office/officeart/2005/8/layout/equation1"/>
    <dgm:cxn modelId="{D629E20C-0E86-4E08-99F1-6B4D4D29D0E3}" type="presParOf" srcId="{5A0ABF78-20E1-43AF-8900-3640F2498E4C}" destId="{EBDDFD8D-A500-48DA-B1A3-7320442B84E2}" srcOrd="5" destOrd="0" presId="urn:microsoft.com/office/officeart/2005/8/layout/equation1"/>
    <dgm:cxn modelId="{EF352005-CE86-4CAC-9998-D8375D31DE03}" type="presParOf" srcId="{5A0ABF78-20E1-43AF-8900-3640F2498E4C}" destId="{E790DF04-1F25-41C7-9F5B-1FB9F91CB2B8}" srcOrd="6" destOrd="0" presId="urn:microsoft.com/office/officeart/2005/8/layout/equation1"/>
    <dgm:cxn modelId="{70C31749-2A45-4CA5-B458-0C694DC85714}" type="presParOf" srcId="{5A0ABF78-20E1-43AF-8900-3640F2498E4C}" destId="{FCCCAF11-DDFE-4070-93ED-037B1C713FCB}" srcOrd="7" destOrd="0" presId="urn:microsoft.com/office/officeart/2005/8/layout/equation1"/>
    <dgm:cxn modelId="{FBB9E051-1C71-4984-B933-F9310ABA30D8}" type="presParOf" srcId="{5A0ABF78-20E1-43AF-8900-3640F2498E4C}" destId="{548EFD1C-E4F3-4059-BC2D-DFEAC4BC58C4}" srcOrd="8" destOrd="0" presId="urn:microsoft.com/office/officeart/2005/8/layout/equation1"/>
    <dgm:cxn modelId="{5054405C-DA44-4939-B838-743094564C85}" type="presParOf" srcId="{5A0ABF78-20E1-43AF-8900-3640F2498E4C}" destId="{5ADFB4B3-3339-4DE3-BAA6-7CAE94D71B29}" srcOrd="9" destOrd="0" presId="urn:microsoft.com/office/officeart/2005/8/layout/equation1"/>
    <dgm:cxn modelId="{9E314572-BF82-476C-8702-CAEE293D9B7B}" type="presParOf" srcId="{5A0ABF78-20E1-43AF-8900-3640F2498E4C}" destId="{25ED26CD-B5EA-488F-A5DB-0739E42AD2FC}" srcOrd="10" destOrd="0" presId="urn:microsoft.com/office/officeart/2005/8/layout/equation1"/>
    <dgm:cxn modelId="{820D43C6-E9C1-4188-B4C6-19F8CB3C4596}" type="presParOf" srcId="{5A0ABF78-20E1-43AF-8900-3640F2498E4C}" destId="{F92DB508-FA91-44E9-9434-E4F7F809284C}" srcOrd="11" destOrd="0" presId="urn:microsoft.com/office/officeart/2005/8/layout/equation1"/>
    <dgm:cxn modelId="{3477167D-D9DD-405B-A18A-EAEED04C08EB}" type="presParOf" srcId="{5A0ABF78-20E1-43AF-8900-3640F2498E4C}" destId="{5B8453E5-8C5D-448E-A1DA-822589B069FB}" srcOrd="12" destOrd="0" presId="urn:microsoft.com/office/officeart/2005/8/layout/equati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CB599F1-0688-4374-881E-216B9F2193C5}" type="doc">
      <dgm:prSet loTypeId="urn:microsoft.com/office/officeart/2005/8/layout/vList2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pPr latinLnBrk="1"/>
          <a:endParaRPr lang="ko-KR" altLang="en-US"/>
        </a:p>
      </dgm:t>
    </dgm:pt>
    <dgm:pt modelId="{1970CB55-4C4A-45A5-B512-BDEC5296F950}">
      <dgm:prSet/>
      <dgm:spPr/>
      <dgm:t>
        <a:bodyPr/>
        <a:lstStyle/>
        <a:p>
          <a:pPr rtl="0" eaLnBrk="1" latinLnBrk="1" hangingPunct="1"/>
          <a:r>
            <a:rPr lang="ko-KR"/>
            <a:t>이학적 특징</a:t>
          </a:r>
        </a:p>
      </dgm:t>
    </dgm:pt>
    <dgm:pt modelId="{B5865266-95DD-4FA8-B0C9-3953E782A95D}" type="parTrans" cxnId="{746E7F47-12B3-41E3-8949-AE9879EBCDFB}">
      <dgm:prSet/>
      <dgm:spPr/>
      <dgm:t>
        <a:bodyPr/>
        <a:lstStyle/>
        <a:p>
          <a:pPr latinLnBrk="1"/>
          <a:endParaRPr lang="ko-KR" altLang="en-US"/>
        </a:p>
      </dgm:t>
    </dgm:pt>
    <dgm:pt modelId="{C30E55CB-C937-40CD-B225-D4CEC1B5CE9C}" type="sibTrans" cxnId="{746E7F47-12B3-41E3-8949-AE9879EBCDFB}">
      <dgm:prSet/>
      <dgm:spPr/>
      <dgm:t>
        <a:bodyPr/>
        <a:lstStyle/>
        <a:p>
          <a:pPr latinLnBrk="1"/>
          <a:endParaRPr lang="ko-KR" altLang="en-US"/>
        </a:p>
      </dgm:t>
    </dgm:pt>
    <dgm:pt modelId="{9DD78882-6779-4BAF-9B3F-5F082F4D66FE}">
      <dgm:prSet/>
      <dgm:spPr/>
      <dgm:t>
        <a:bodyPr/>
        <a:lstStyle/>
        <a:p>
          <a:pPr rtl="0" eaLnBrk="1" latinLnBrk="1" hangingPunct="1"/>
          <a:r>
            <a:rPr lang="ko-KR"/>
            <a:t>알고리즘이 정말로 정확한가</a:t>
          </a:r>
          <a:r>
            <a:rPr lang="en-US"/>
            <a:t>? (Correctness)</a:t>
          </a:r>
          <a:endParaRPr lang="ko-KR"/>
        </a:p>
      </dgm:t>
    </dgm:pt>
    <dgm:pt modelId="{B65DAE6A-94D2-473B-A008-A4C0DD597FE3}" type="parTrans" cxnId="{BEB0015A-CC42-4E22-9790-C8F05DE7A419}">
      <dgm:prSet/>
      <dgm:spPr/>
      <dgm:t>
        <a:bodyPr/>
        <a:lstStyle/>
        <a:p>
          <a:pPr latinLnBrk="1"/>
          <a:endParaRPr lang="ko-KR" altLang="en-US"/>
        </a:p>
      </dgm:t>
    </dgm:pt>
    <dgm:pt modelId="{3984A01C-34E4-46BF-812F-F6B7C36D2285}" type="sibTrans" cxnId="{BEB0015A-CC42-4E22-9790-C8F05DE7A419}">
      <dgm:prSet/>
      <dgm:spPr/>
      <dgm:t>
        <a:bodyPr/>
        <a:lstStyle/>
        <a:p>
          <a:pPr latinLnBrk="1"/>
          <a:endParaRPr lang="ko-KR" altLang="en-US"/>
        </a:p>
      </dgm:t>
    </dgm:pt>
    <dgm:pt modelId="{8DD7D062-313E-404B-BE90-AA902780CDE9}">
      <dgm:prSet/>
      <dgm:spPr/>
      <dgm:t>
        <a:bodyPr/>
        <a:lstStyle/>
        <a:p>
          <a:pPr rtl="0" eaLnBrk="1" latinLnBrk="1" hangingPunct="1"/>
          <a:r>
            <a:rPr lang="ko-KR"/>
            <a:t>알고리즘이 얼마나 효율적으로 동작하는가</a:t>
          </a:r>
          <a:r>
            <a:rPr lang="en-US"/>
            <a:t>? (Efficiency)</a:t>
          </a:r>
          <a:endParaRPr lang="ko-KR"/>
        </a:p>
      </dgm:t>
    </dgm:pt>
    <dgm:pt modelId="{C9A9BAE5-1482-42FF-A55B-A869F5E18F9A}" type="parTrans" cxnId="{46731645-BA32-4288-B000-B6A65595ED3F}">
      <dgm:prSet/>
      <dgm:spPr/>
      <dgm:t>
        <a:bodyPr/>
        <a:lstStyle/>
        <a:p>
          <a:pPr latinLnBrk="1"/>
          <a:endParaRPr lang="ko-KR" altLang="en-US"/>
        </a:p>
      </dgm:t>
    </dgm:pt>
    <dgm:pt modelId="{2B3C433A-5959-470F-9A09-B62C6C26B97D}" type="sibTrans" cxnId="{46731645-BA32-4288-B000-B6A65595ED3F}">
      <dgm:prSet/>
      <dgm:spPr/>
      <dgm:t>
        <a:bodyPr/>
        <a:lstStyle/>
        <a:p>
          <a:pPr latinLnBrk="1"/>
          <a:endParaRPr lang="ko-KR" altLang="en-US"/>
        </a:p>
      </dgm:t>
    </dgm:pt>
    <dgm:pt modelId="{76B89D3C-15B1-4DA7-8F33-AC773C3B45AB}">
      <dgm:prSet/>
      <dgm:spPr/>
      <dgm:t>
        <a:bodyPr/>
        <a:lstStyle/>
        <a:p>
          <a:pPr rtl="0" eaLnBrk="1" latinLnBrk="1" hangingPunct="1"/>
          <a:r>
            <a:rPr lang="ko-KR"/>
            <a:t>최악의 경우에는 어떻게 동작하는가</a:t>
          </a:r>
          <a:r>
            <a:rPr lang="en-US"/>
            <a:t>? (Worst-case Analysis, Upper Bound)</a:t>
          </a:r>
          <a:endParaRPr lang="ko-KR"/>
        </a:p>
      </dgm:t>
    </dgm:pt>
    <dgm:pt modelId="{6075DCF8-6110-4B10-B0E5-D2B3885CF580}" type="parTrans" cxnId="{9CAC5F24-B6E4-4763-B2BD-DC0FD0AE15D7}">
      <dgm:prSet/>
      <dgm:spPr/>
      <dgm:t>
        <a:bodyPr/>
        <a:lstStyle/>
        <a:p>
          <a:pPr latinLnBrk="1"/>
          <a:endParaRPr lang="ko-KR" altLang="en-US"/>
        </a:p>
      </dgm:t>
    </dgm:pt>
    <dgm:pt modelId="{6C8B59D9-1E80-4925-929F-62A8589E551C}" type="sibTrans" cxnId="{9CAC5F24-B6E4-4763-B2BD-DC0FD0AE15D7}">
      <dgm:prSet/>
      <dgm:spPr/>
      <dgm:t>
        <a:bodyPr/>
        <a:lstStyle/>
        <a:p>
          <a:pPr latinLnBrk="1"/>
          <a:endParaRPr lang="ko-KR" altLang="en-US"/>
        </a:p>
      </dgm:t>
    </dgm:pt>
    <dgm:pt modelId="{9009363D-C866-4A30-B7B7-A545378F0431}">
      <dgm:prSet/>
      <dgm:spPr/>
      <dgm:t>
        <a:bodyPr/>
        <a:lstStyle/>
        <a:p>
          <a:pPr rtl="0" eaLnBrk="1" latinLnBrk="1" hangingPunct="1"/>
          <a:r>
            <a:rPr lang="ko-KR"/>
            <a:t>최</a:t>
          </a:r>
          <a:r>
            <a:rPr lang="ko-KR" altLang="en-US"/>
            <a:t>선</a:t>
          </a:r>
          <a:r>
            <a:rPr lang="ko-KR"/>
            <a:t>의 </a:t>
          </a:r>
          <a:r>
            <a:rPr lang="ko-KR" dirty="0"/>
            <a:t>경우에는 어떻게 동작하는가</a:t>
          </a:r>
          <a:r>
            <a:rPr lang="en-US" dirty="0"/>
            <a:t>? (Best-case Analysis, Lower Bound)</a:t>
          </a:r>
          <a:endParaRPr lang="ko-KR" dirty="0"/>
        </a:p>
      </dgm:t>
    </dgm:pt>
    <dgm:pt modelId="{7712DF1E-C97D-40E5-BFD4-076B5B5141A2}" type="parTrans" cxnId="{B7E42EDB-35A6-4738-92CF-9D0EC0187C01}">
      <dgm:prSet/>
      <dgm:spPr/>
      <dgm:t>
        <a:bodyPr/>
        <a:lstStyle/>
        <a:p>
          <a:pPr latinLnBrk="1"/>
          <a:endParaRPr lang="ko-KR" altLang="en-US"/>
        </a:p>
      </dgm:t>
    </dgm:pt>
    <dgm:pt modelId="{42CFBDF1-C11E-4761-8E32-746C09C356FC}" type="sibTrans" cxnId="{B7E42EDB-35A6-4738-92CF-9D0EC0187C01}">
      <dgm:prSet/>
      <dgm:spPr/>
      <dgm:t>
        <a:bodyPr/>
        <a:lstStyle/>
        <a:p>
          <a:pPr latinLnBrk="1"/>
          <a:endParaRPr lang="ko-KR" altLang="en-US"/>
        </a:p>
      </dgm:t>
    </dgm:pt>
    <dgm:pt modelId="{BD620046-44CD-4A42-8F3B-1C1F51169ABC}">
      <dgm:prSet/>
      <dgm:spPr/>
      <dgm:t>
        <a:bodyPr/>
        <a:lstStyle/>
        <a:p>
          <a:pPr rtl="0" eaLnBrk="1" latinLnBrk="1" hangingPunct="1"/>
          <a:r>
            <a:rPr lang="ko-KR"/>
            <a:t>평균적인 경우에는 어떻게 동작하는가</a:t>
          </a:r>
          <a:r>
            <a:rPr lang="en-US"/>
            <a:t>? (Average-case Analysis, Randomized Input)</a:t>
          </a:r>
          <a:endParaRPr lang="ko-KR"/>
        </a:p>
      </dgm:t>
    </dgm:pt>
    <dgm:pt modelId="{7B283883-E9FB-4B33-B315-421CC9DE175A}" type="parTrans" cxnId="{AC0ADBC6-F605-4D34-8C20-208BD3EA1119}">
      <dgm:prSet/>
      <dgm:spPr/>
      <dgm:t>
        <a:bodyPr/>
        <a:lstStyle/>
        <a:p>
          <a:pPr latinLnBrk="1"/>
          <a:endParaRPr lang="ko-KR" altLang="en-US"/>
        </a:p>
      </dgm:t>
    </dgm:pt>
    <dgm:pt modelId="{321D6B28-F1A4-4B96-A848-E931CF6D3447}" type="sibTrans" cxnId="{AC0ADBC6-F605-4D34-8C20-208BD3EA1119}">
      <dgm:prSet/>
      <dgm:spPr/>
      <dgm:t>
        <a:bodyPr/>
        <a:lstStyle/>
        <a:p>
          <a:pPr latinLnBrk="1"/>
          <a:endParaRPr lang="ko-KR" altLang="en-US"/>
        </a:p>
      </dgm:t>
    </dgm:pt>
    <dgm:pt modelId="{3133AE70-1214-4190-911C-29F5073749E7}">
      <dgm:prSet/>
      <dgm:spPr/>
      <dgm:t>
        <a:bodyPr/>
        <a:lstStyle/>
        <a:p>
          <a:pPr rtl="0" eaLnBrk="1" latinLnBrk="1" hangingPunct="1"/>
          <a:r>
            <a:rPr lang="ko-KR"/>
            <a:t>전체적인 동작 시간 속에서 단위 동작은 어떤가</a:t>
          </a:r>
          <a:r>
            <a:rPr lang="en-US"/>
            <a:t>? (Amortized Analysis)</a:t>
          </a:r>
          <a:endParaRPr lang="ko-KR"/>
        </a:p>
      </dgm:t>
    </dgm:pt>
    <dgm:pt modelId="{4DFB71B8-522C-4054-AC5D-6EFBC5634CEA}" type="parTrans" cxnId="{C0450548-8F42-408C-8636-A724645C3ADE}">
      <dgm:prSet/>
      <dgm:spPr/>
      <dgm:t>
        <a:bodyPr/>
        <a:lstStyle/>
        <a:p>
          <a:pPr latinLnBrk="1"/>
          <a:endParaRPr lang="ko-KR" altLang="en-US"/>
        </a:p>
      </dgm:t>
    </dgm:pt>
    <dgm:pt modelId="{7F07F193-4EEE-4F72-BD8C-75D54AEAA010}" type="sibTrans" cxnId="{C0450548-8F42-408C-8636-A724645C3ADE}">
      <dgm:prSet/>
      <dgm:spPr/>
      <dgm:t>
        <a:bodyPr/>
        <a:lstStyle/>
        <a:p>
          <a:pPr latinLnBrk="1"/>
          <a:endParaRPr lang="ko-KR" altLang="en-US"/>
        </a:p>
      </dgm:t>
    </dgm:pt>
    <dgm:pt modelId="{4A904E26-FBFE-4935-9737-DA6548FD8CF6}">
      <dgm:prSet/>
      <dgm:spPr/>
      <dgm:t>
        <a:bodyPr/>
        <a:lstStyle/>
        <a:p>
          <a:pPr rtl="0" eaLnBrk="1" latinLnBrk="1" hangingPunct="1"/>
          <a:r>
            <a:rPr lang="ko-KR"/>
            <a:t>공학적 특징</a:t>
          </a:r>
        </a:p>
      </dgm:t>
    </dgm:pt>
    <dgm:pt modelId="{AB8F0BFC-6787-4E8A-96B2-8AD6D8B37781}" type="parTrans" cxnId="{90602975-B1A3-427F-A9C9-2842F41E8CB1}">
      <dgm:prSet/>
      <dgm:spPr/>
      <dgm:t>
        <a:bodyPr/>
        <a:lstStyle/>
        <a:p>
          <a:pPr latinLnBrk="1"/>
          <a:endParaRPr lang="ko-KR" altLang="en-US"/>
        </a:p>
      </dgm:t>
    </dgm:pt>
    <dgm:pt modelId="{BC89414A-88B2-4704-BD9C-2EBC4BE8F886}" type="sibTrans" cxnId="{90602975-B1A3-427F-A9C9-2842F41E8CB1}">
      <dgm:prSet/>
      <dgm:spPr/>
      <dgm:t>
        <a:bodyPr/>
        <a:lstStyle/>
        <a:p>
          <a:pPr latinLnBrk="1"/>
          <a:endParaRPr lang="ko-KR" altLang="en-US"/>
        </a:p>
      </dgm:t>
    </dgm:pt>
    <dgm:pt modelId="{F707AD88-467D-4A4E-9B63-0CCD01707B91}">
      <dgm:prSet/>
      <dgm:spPr/>
      <dgm:t>
        <a:bodyPr/>
        <a:lstStyle/>
        <a:p>
          <a:pPr rtl="0" eaLnBrk="1" latinLnBrk="1" hangingPunct="1"/>
          <a:r>
            <a:rPr lang="ko-KR"/>
            <a:t>알고리즘을 어떻게 구현할 것인가</a:t>
          </a:r>
          <a:r>
            <a:rPr lang="en-US"/>
            <a:t>? (Implementation)</a:t>
          </a:r>
          <a:endParaRPr lang="ko-KR"/>
        </a:p>
      </dgm:t>
    </dgm:pt>
    <dgm:pt modelId="{074F30B0-636C-443B-A47B-CFD8FF00EC3D}" type="parTrans" cxnId="{BD24B3D7-DDB0-4CA0-AEE1-88FA3BE26E5A}">
      <dgm:prSet/>
      <dgm:spPr/>
      <dgm:t>
        <a:bodyPr/>
        <a:lstStyle/>
        <a:p>
          <a:pPr latinLnBrk="1"/>
          <a:endParaRPr lang="ko-KR" altLang="en-US"/>
        </a:p>
      </dgm:t>
    </dgm:pt>
    <dgm:pt modelId="{95560266-6F51-4C38-8303-158579CB21F8}" type="sibTrans" cxnId="{BD24B3D7-DDB0-4CA0-AEE1-88FA3BE26E5A}">
      <dgm:prSet/>
      <dgm:spPr/>
      <dgm:t>
        <a:bodyPr/>
        <a:lstStyle/>
        <a:p>
          <a:pPr latinLnBrk="1"/>
          <a:endParaRPr lang="ko-KR" altLang="en-US"/>
        </a:p>
      </dgm:t>
    </dgm:pt>
    <dgm:pt modelId="{EBB11E7E-21FB-48DD-A5D6-656680A5EA90}">
      <dgm:prSet/>
      <dgm:spPr/>
      <dgm:t>
        <a:bodyPr/>
        <a:lstStyle/>
        <a:p>
          <a:pPr rtl="0" eaLnBrk="1" latinLnBrk="1" hangingPunct="1"/>
          <a:r>
            <a:rPr lang="ko-KR"/>
            <a:t>단위 동작 시간을 어떻게 줄일까</a:t>
          </a:r>
          <a:r>
            <a:rPr lang="en-US"/>
            <a:t>? </a:t>
          </a:r>
          <a:r>
            <a:rPr lang="ko-KR"/>
            <a:t>단위 동작의 횟수를 어떻게 줄일까</a:t>
          </a:r>
          <a:r>
            <a:rPr lang="en-US"/>
            <a:t>? (Hueristics)</a:t>
          </a:r>
          <a:endParaRPr lang="ko-KR"/>
        </a:p>
      </dgm:t>
    </dgm:pt>
    <dgm:pt modelId="{3D833252-6A9F-46C8-85CD-B507FD8BD00A}" type="parTrans" cxnId="{8615445F-92F4-42A3-818E-EEE62E1BD13F}">
      <dgm:prSet/>
      <dgm:spPr/>
      <dgm:t>
        <a:bodyPr/>
        <a:lstStyle/>
        <a:p>
          <a:pPr latinLnBrk="1"/>
          <a:endParaRPr lang="ko-KR" altLang="en-US"/>
        </a:p>
      </dgm:t>
    </dgm:pt>
    <dgm:pt modelId="{11DC0738-A88B-487D-A110-06ED5181F845}" type="sibTrans" cxnId="{8615445F-92F4-42A3-818E-EEE62E1BD13F}">
      <dgm:prSet/>
      <dgm:spPr/>
      <dgm:t>
        <a:bodyPr/>
        <a:lstStyle/>
        <a:p>
          <a:pPr latinLnBrk="1"/>
          <a:endParaRPr lang="ko-KR" altLang="en-US"/>
        </a:p>
      </dgm:t>
    </dgm:pt>
    <dgm:pt modelId="{069A640D-4494-4656-A712-D85D3CFACCAC}" type="pres">
      <dgm:prSet presAssocID="{0CB599F1-0688-4374-881E-216B9F2193C5}" presName="linear" presStyleCnt="0">
        <dgm:presLayoutVars>
          <dgm:animLvl val="lvl"/>
          <dgm:resizeHandles val="exact"/>
        </dgm:presLayoutVars>
      </dgm:prSet>
      <dgm:spPr/>
    </dgm:pt>
    <dgm:pt modelId="{97C9379A-D4FF-434F-B79E-828B32FDF19B}" type="pres">
      <dgm:prSet presAssocID="{1970CB55-4C4A-45A5-B512-BDEC5296F95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5CC5114-72B7-411D-B335-C265CB7E38F2}" type="pres">
      <dgm:prSet presAssocID="{1970CB55-4C4A-45A5-B512-BDEC5296F950}" presName="childText" presStyleLbl="revTx" presStyleIdx="0" presStyleCnt="2">
        <dgm:presLayoutVars>
          <dgm:bulletEnabled val="1"/>
        </dgm:presLayoutVars>
      </dgm:prSet>
      <dgm:spPr/>
    </dgm:pt>
    <dgm:pt modelId="{12B83B7C-D244-422F-838E-F4AECFA273EA}" type="pres">
      <dgm:prSet presAssocID="{4A904E26-FBFE-4935-9737-DA6548FD8CF6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4E9EE82A-37CA-4DD6-87FB-6E5493A47EEE}" type="pres">
      <dgm:prSet presAssocID="{4A904E26-FBFE-4935-9737-DA6548FD8CF6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8B696EE0-4FFE-42CC-9E8B-F418C1F421D5}" type="presOf" srcId="{4A904E26-FBFE-4935-9737-DA6548FD8CF6}" destId="{12B83B7C-D244-422F-838E-F4AECFA273EA}" srcOrd="0" destOrd="0" presId="urn:microsoft.com/office/officeart/2005/8/layout/vList2"/>
    <dgm:cxn modelId="{CE03BD7C-BEFE-4A3F-A46E-56CBE20FEA32}" type="presOf" srcId="{1970CB55-4C4A-45A5-B512-BDEC5296F950}" destId="{97C9379A-D4FF-434F-B79E-828B32FDF19B}" srcOrd="0" destOrd="0" presId="urn:microsoft.com/office/officeart/2005/8/layout/vList2"/>
    <dgm:cxn modelId="{8615445F-92F4-42A3-818E-EEE62E1BD13F}" srcId="{4A904E26-FBFE-4935-9737-DA6548FD8CF6}" destId="{EBB11E7E-21FB-48DD-A5D6-656680A5EA90}" srcOrd="1" destOrd="0" parTransId="{3D833252-6A9F-46C8-85CD-B507FD8BD00A}" sibTransId="{11DC0738-A88B-487D-A110-06ED5181F845}"/>
    <dgm:cxn modelId="{BEB0015A-CC42-4E22-9790-C8F05DE7A419}" srcId="{1970CB55-4C4A-45A5-B512-BDEC5296F950}" destId="{9DD78882-6779-4BAF-9B3F-5F082F4D66FE}" srcOrd="0" destOrd="0" parTransId="{B65DAE6A-94D2-473B-A008-A4C0DD597FE3}" sibTransId="{3984A01C-34E4-46BF-812F-F6B7C36D2285}"/>
    <dgm:cxn modelId="{210D5932-CCEB-4A36-9D6A-B4FE7CB18DE2}" type="presOf" srcId="{3133AE70-1214-4190-911C-29F5073749E7}" destId="{05CC5114-72B7-411D-B335-C265CB7E38F2}" srcOrd="0" destOrd="5" presId="urn:microsoft.com/office/officeart/2005/8/layout/vList2"/>
    <dgm:cxn modelId="{B7E42EDB-35A6-4738-92CF-9D0EC0187C01}" srcId="{8DD7D062-313E-404B-BE90-AA902780CDE9}" destId="{9009363D-C866-4A30-B7B7-A545378F0431}" srcOrd="1" destOrd="0" parTransId="{7712DF1E-C97D-40E5-BFD4-076B5B5141A2}" sibTransId="{42CFBDF1-C11E-4761-8E32-746C09C356FC}"/>
    <dgm:cxn modelId="{C0450548-8F42-408C-8636-A724645C3ADE}" srcId="{8DD7D062-313E-404B-BE90-AA902780CDE9}" destId="{3133AE70-1214-4190-911C-29F5073749E7}" srcOrd="3" destOrd="0" parTransId="{4DFB71B8-522C-4054-AC5D-6EFBC5634CEA}" sibTransId="{7F07F193-4EEE-4F72-BD8C-75D54AEAA010}"/>
    <dgm:cxn modelId="{46731645-BA32-4288-B000-B6A65595ED3F}" srcId="{1970CB55-4C4A-45A5-B512-BDEC5296F950}" destId="{8DD7D062-313E-404B-BE90-AA902780CDE9}" srcOrd="1" destOrd="0" parTransId="{C9A9BAE5-1482-42FF-A55B-A869F5E18F9A}" sibTransId="{2B3C433A-5959-470F-9A09-B62C6C26B97D}"/>
    <dgm:cxn modelId="{AC0ADBC6-F605-4D34-8C20-208BD3EA1119}" srcId="{8DD7D062-313E-404B-BE90-AA902780CDE9}" destId="{BD620046-44CD-4A42-8F3B-1C1F51169ABC}" srcOrd="2" destOrd="0" parTransId="{7B283883-E9FB-4B33-B315-421CC9DE175A}" sibTransId="{321D6B28-F1A4-4B96-A848-E931CF6D3447}"/>
    <dgm:cxn modelId="{B25CCBE7-0E81-47AE-A510-E14C9A7C7B0E}" type="presOf" srcId="{9DD78882-6779-4BAF-9B3F-5F082F4D66FE}" destId="{05CC5114-72B7-411D-B335-C265CB7E38F2}" srcOrd="0" destOrd="0" presId="urn:microsoft.com/office/officeart/2005/8/layout/vList2"/>
    <dgm:cxn modelId="{746E7F47-12B3-41E3-8949-AE9879EBCDFB}" srcId="{0CB599F1-0688-4374-881E-216B9F2193C5}" destId="{1970CB55-4C4A-45A5-B512-BDEC5296F950}" srcOrd="0" destOrd="0" parTransId="{B5865266-95DD-4FA8-B0C9-3953E782A95D}" sibTransId="{C30E55CB-C937-40CD-B225-D4CEC1B5CE9C}"/>
    <dgm:cxn modelId="{9CAC5F24-B6E4-4763-B2BD-DC0FD0AE15D7}" srcId="{8DD7D062-313E-404B-BE90-AA902780CDE9}" destId="{76B89D3C-15B1-4DA7-8F33-AC773C3B45AB}" srcOrd="0" destOrd="0" parTransId="{6075DCF8-6110-4B10-B0E5-D2B3885CF580}" sibTransId="{6C8B59D9-1E80-4925-929F-62A8589E551C}"/>
    <dgm:cxn modelId="{8D31E016-7F5E-4942-B0C6-19B73BB471FC}" type="presOf" srcId="{8DD7D062-313E-404B-BE90-AA902780CDE9}" destId="{05CC5114-72B7-411D-B335-C265CB7E38F2}" srcOrd="0" destOrd="1" presId="urn:microsoft.com/office/officeart/2005/8/layout/vList2"/>
    <dgm:cxn modelId="{FF7A3FEF-417F-4A09-9B75-896442B8CF7C}" type="presOf" srcId="{76B89D3C-15B1-4DA7-8F33-AC773C3B45AB}" destId="{05CC5114-72B7-411D-B335-C265CB7E38F2}" srcOrd="0" destOrd="2" presId="urn:microsoft.com/office/officeart/2005/8/layout/vList2"/>
    <dgm:cxn modelId="{D38128A3-D340-4A4D-9162-A05392BF97CB}" type="presOf" srcId="{0CB599F1-0688-4374-881E-216B9F2193C5}" destId="{069A640D-4494-4656-A712-D85D3CFACCAC}" srcOrd="0" destOrd="0" presId="urn:microsoft.com/office/officeart/2005/8/layout/vList2"/>
    <dgm:cxn modelId="{41EA0D4A-0885-4CD2-B4EA-A1D0B94CF5F3}" type="presOf" srcId="{BD620046-44CD-4A42-8F3B-1C1F51169ABC}" destId="{05CC5114-72B7-411D-B335-C265CB7E38F2}" srcOrd="0" destOrd="4" presId="urn:microsoft.com/office/officeart/2005/8/layout/vList2"/>
    <dgm:cxn modelId="{BD24B3D7-DDB0-4CA0-AEE1-88FA3BE26E5A}" srcId="{4A904E26-FBFE-4935-9737-DA6548FD8CF6}" destId="{F707AD88-467D-4A4E-9B63-0CCD01707B91}" srcOrd="0" destOrd="0" parTransId="{074F30B0-636C-443B-A47B-CFD8FF00EC3D}" sibTransId="{95560266-6F51-4C38-8303-158579CB21F8}"/>
    <dgm:cxn modelId="{F431F862-B2B9-4267-AE16-FDF8C94C6145}" type="presOf" srcId="{EBB11E7E-21FB-48DD-A5D6-656680A5EA90}" destId="{4E9EE82A-37CA-4DD6-87FB-6E5493A47EEE}" srcOrd="0" destOrd="1" presId="urn:microsoft.com/office/officeart/2005/8/layout/vList2"/>
    <dgm:cxn modelId="{62E440A9-3502-45D9-BD60-230A31D5C79A}" type="presOf" srcId="{9009363D-C866-4A30-B7B7-A545378F0431}" destId="{05CC5114-72B7-411D-B335-C265CB7E38F2}" srcOrd="0" destOrd="3" presId="urn:microsoft.com/office/officeart/2005/8/layout/vList2"/>
    <dgm:cxn modelId="{3284CB67-2B3A-43A7-8B6E-1D33409454D4}" type="presOf" srcId="{F707AD88-467D-4A4E-9B63-0CCD01707B91}" destId="{4E9EE82A-37CA-4DD6-87FB-6E5493A47EEE}" srcOrd="0" destOrd="0" presId="urn:microsoft.com/office/officeart/2005/8/layout/vList2"/>
    <dgm:cxn modelId="{90602975-B1A3-427F-A9C9-2842F41E8CB1}" srcId="{0CB599F1-0688-4374-881E-216B9F2193C5}" destId="{4A904E26-FBFE-4935-9737-DA6548FD8CF6}" srcOrd="1" destOrd="0" parTransId="{AB8F0BFC-6787-4E8A-96B2-8AD6D8B37781}" sibTransId="{BC89414A-88B2-4704-BD9C-2EBC4BE8F886}"/>
    <dgm:cxn modelId="{798DC949-D502-41E2-ACCF-32307F744A10}" type="presParOf" srcId="{069A640D-4494-4656-A712-D85D3CFACCAC}" destId="{97C9379A-D4FF-434F-B79E-828B32FDF19B}" srcOrd="0" destOrd="0" presId="urn:microsoft.com/office/officeart/2005/8/layout/vList2"/>
    <dgm:cxn modelId="{0CBB2AEC-5509-4856-B1B6-C90673F27E09}" type="presParOf" srcId="{069A640D-4494-4656-A712-D85D3CFACCAC}" destId="{05CC5114-72B7-411D-B335-C265CB7E38F2}" srcOrd="1" destOrd="0" presId="urn:microsoft.com/office/officeart/2005/8/layout/vList2"/>
    <dgm:cxn modelId="{C0350BE2-F43B-4432-97B2-151CD978E9A7}" type="presParOf" srcId="{069A640D-4494-4656-A712-D85D3CFACCAC}" destId="{12B83B7C-D244-422F-838E-F4AECFA273EA}" srcOrd="2" destOrd="0" presId="urn:microsoft.com/office/officeart/2005/8/layout/vList2"/>
    <dgm:cxn modelId="{D858ACD9-B65C-448F-BAE9-B56F9937A2E5}" type="presParOf" srcId="{069A640D-4494-4656-A712-D85D3CFACCAC}" destId="{4E9EE82A-37CA-4DD6-87FB-6E5493A47EEE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980D4D4-AC3F-4F5B-A914-79EBFEA626D7}" type="doc">
      <dgm:prSet loTypeId="urn:microsoft.com/office/officeart/2008/layout/LinedList" loCatId="list" qsTypeId="urn:microsoft.com/office/officeart/2005/8/quickstyle/simple1" qsCatId="simple" csTypeId="urn:microsoft.com/office/officeart/2005/8/colors/accent3_1" csCatId="accent3"/>
      <dgm:spPr/>
      <dgm:t>
        <a:bodyPr/>
        <a:lstStyle/>
        <a:p>
          <a:pPr latinLnBrk="1"/>
          <a:endParaRPr lang="ko-KR" altLang="en-US"/>
        </a:p>
      </dgm:t>
    </dgm:pt>
    <dgm:pt modelId="{A26A38C6-AB05-45F7-B5B6-5B28E438ACBD}">
      <dgm:prSet/>
      <dgm:spPr/>
      <dgm:t>
        <a:bodyPr/>
        <a:lstStyle/>
        <a:p>
          <a:pPr rtl="0" eaLnBrk="1" latinLnBrk="1" hangingPunct="1"/>
          <a:r>
            <a:rPr lang="ko-KR" dirty="0"/>
            <a:t>양성봉 교수님의 순서를 따릅니다</a:t>
          </a:r>
          <a:r>
            <a:rPr lang="en-US" dirty="0"/>
            <a:t>.</a:t>
          </a:r>
          <a:endParaRPr lang="ko-KR" dirty="0"/>
        </a:p>
      </dgm:t>
    </dgm:pt>
    <dgm:pt modelId="{10265D2A-1856-4771-B781-727369DAE13D}" type="parTrans" cxnId="{83FAD970-38AB-44E8-97FC-5D58458D6111}">
      <dgm:prSet/>
      <dgm:spPr/>
      <dgm:t>
        <a:bodyPr/>
        <a:lstStyle/>
        <a:p>
          <a:pPr latinLnBrk="1"/>
          <a:endParaRPr lang="ko-KR" altLang="en-US"/>
        </a:p>
      </dgm:t>
    </dgm:pt>
    <dgm:pt modelId="{9FB5CE9B-604B-48F2-94CE-0B4A228E5DB3}" type="sibTrans" cxnId="{83FAD970-38AB-44E8-97FC-5D58458D6111}">
      <dgm:prSet/>
      <dgm:spPr/>
      <dgm:t>
        <a:bodyPr/>
        <a:lstStyle/>
        <a:p>
          <a:pPr latinLnBrk="1"/>
          <a:endParaRPr lang="ko-KR" altLang="en-US"/>
        </a:p>
      </dgm:t>
    </dgm:pt>
    <dgm:pt modelId="{56724062-87B0-4C21-B956-B3AAF75C6288}">
      <dgm:prSet/>
      <dgm:spPr/>
      <dgm:t>
        <a:bodyPr/>
        <a:lstStyle/>
        <a:p>
          <a:pPr rtl="0" eaLnBrk="1" latinLnBrk="1" hangingPunct="1"/>
          <a:r>
            <a:rPr lang="ko-KR"/>
            <a:t>알고리즘의 직관적인 이해를 가장 우선시 합니다</a:t>
          </a:r>
          <a:r>
            <a:rPr lang="en-US"/>
            <a:t>.</a:t>
          </a:r>
          <a:endParaRPr lang="ko-KR"/>
        </a:p>
      </dgm:t>
    </dgm:pt>
    <dgm:pt modelId="{A10969EC-C81C-4E5B-9790-958C799E3E39}" type="parTrans" cxnId="{8819BBE6-F2D7-4B1F-9CFA-AB86DE367026}">
      <dgm:prSet/>
      <dgm:spPr/>
      <dgm:t>
        <a:bodyPr/>
        <a:lstStyle/>
        <a:p>
          <a:pPr latinLnBrk="1"/>
          <a:endParaRPr lang="ko-KR" altLang="en-US"/>
        </a:p>
      </dgm:t>
    </dgm:pt>
    <dgm:pt modelId="{341602A4-C7B6-4BAF-9652-B4D48D862F8E}" type="sibTrans" cxnId="{8819BBE6-F2D7-4B1F-9CFA-AB86DE367026}">
      <dgm:prSet/>
      <dgm:spPr/>
      <dgm:t>
        <a:bodyPr/>
        <a:lstStyle/>
        <a:p>
          <a:pPr latinLnBrk="1"/>
          <a:endParaRPr lang="ko-KR" altLang="en-US"/>
        </a:p>
      </dgm:t>
    </dgm:pt>
    <dgm:pt modelId="{F947263D-9B95-4A8C-8F82-6050EA6ADBEE}">
      <dgm:prSet/>
      <dgm:spPr/>
      <dgm:t>
        <a:bodyPr/>
        <a:lstStyle/>
        <a:p>
          <a:pPr rtl="0" eaLnBrk="1" latinLnBrk="1" hangingPunct="1"/>
          <a:r>
            <a:rPr lang="ko-KR"/>
            <a:t>엄밀한 수학적 증명도 함께 다룹니다</a:t>
          </a:r>
          <a:r>
            <a:rPr lang="en-US"/>
            <a:t>.</a:t>
          </a:r>
          <a:endParaRPr lang="ko-KR"/>
        </a:p>
      </dgm:t>
    </dgm:pt>
    <dgm:pt modelId="{766AE059-4DB4-4747-B661-2A3DCE61CAC4}" type="parTrans" cxnId="{494C03ED-9686-45B5-A55A-C464D4E57BDE}">
      <dgm:prSet/>
      <dgm:spPr/>
      <dgm:t>
        <a:bodyPr/>
        <a:lstStyle/>
        <a:p>
          <a:pPr latinLnBrk="1"/>
          <a:endParaRPr lang="ko-KR" altLang="en-US"/>
        </a:p>
      </dgm:t>
    </dgm:pt>
    <dgm:pt modelId="{9D5EA5D2-B824-4151-8D39-8A429F214684}" type="sibTrans" cxnId="{494C03ED-9686-45B5-A55A-C464D4E57BDE}">
      <dgm:prSet/>
      <dgm:spPr/>
      <dgm:t>
        <a:bodyPr/>
        <a:lstStyle/>
        <a:p>
          <a:pPr latinLnBrk="1"/>
          <a:endParaRPr lang="ko-KR" altLang="en-US"/>
        </a:p>
      </dgm:t>
    </dgm:pt>
    <dgm:pt modelId="{DD4B648A-A960-4E02-BA56-1163CBF7693D}">
      <dgm:prSet/>
      <dgm:spPr/>
      <dgm:t>
        <a:bodyPr/>
        <a:lstStyle/>
        <a:p>
          <a:pPr rtl="0" eaLnBrk="1" latinLnBrk="1" hangingPunct="1"/>
          <a:r>
            <a:rPr lang="ko-KR"/>
            <a:t>알고리즘의 구현은 다루지 않습니다</a:t>
          </a:r>
          <a:r>
            <a:rPr lang="en-US"/>
            <a:t>.</a:t>
          </a:r>
          <a:endParaRPr lang="ko-KR"/>
        </a:p>
      </dgm:t>
    </dgm:pt>
    <dgm:pt modelId="{86535936-FED3-49B7-813B-2FBCFDAC82A6}" type="parTrans" cxnId="{98688CC5-A4FD-469C-BC6C-ECF9FAD5A0C9}">
      <dgm:prSet/>
      <dgm:spPr/>
      <dgm:t>
        <a:bodyPr/>
        <a:lstStyle/>
        <a:p>
          <a:pPr latinLnBrk="1"/>
          <a:endParaRPr lang="ko-KR" altLang="en-US"/>
        </a:p>
      </dgm:t>
    </dgm:pt>
    <dgm:pt modelId="{AC60C31B-15DE-4656-9233-51D09E49796E}" type="sibTrans" cxnId="{98688CC5-A4FD-469C-BC6C-ECF9FAD5A0C9}">
      <dgm:prSet/>
      <dgm:spPr/>
      <dgm:t>
        <a:bodyPr/>
        <a:lstStyle/>
        <a:p>
          <a:pPr latinLnBrk="1"/>
          <a:endParaRPr lang="ko-KR" altLang="en-US"/>
        </a:p>
      </dgm:t>
    </dgm:pt>
    <dgm:pt modelId="{2CC72C15-6186-4FA0-9C22-1E6B706090FE}">
      <dgm:prSet/>
      <dgm:spPr/>
      <dgm:t>
        <a:bodyPr/>
        <a:lstStyle/>
        <a:p>
          <a:pPr rtl="0" eaLnBrk="1" latinLnBrk="1" hangingPunct="1"/>
          <a:r>
            <a:rPr lang="ko-KR"/>
            <a:t>여러분의 적극적인 참여가 더욱 의미 있는 튜터링을 만듭니다</a:t>
          </a:r>
        </a:p>
      </dgm:t>
    </dgm:pt>
    <dgm:pt modelId="{6B8166AD-B46E-424A-B751-328ABFCDC4FE}" type="parTrans" cxnId="{010DB0C2-00CF-4D81-844F-9960A0E4AA08}">
      <dgm:prSet/>
      <dgm:spPr/>
      <dgm:t>
        <a:bodyPr/>
        <a:lstStyle/>
        <a:p>
          <a:pPr latinLnBrk="1"/>
          <a:endParaRPr lang="ko-KR" altLang="en-US"/>
        </a:p>
      </dgm:t>
    </dgm:pt>
    <dgm:pt modelId="{0509FD94-0149-4C13-A5C6-D216C8E8B06D}" type="sibTrans" cxnId="{010DB0C2-00CF-4D81-844F-9960A0E4AA08}">
      <dgm:prSet/>
      <dgm:spPr/>
      <dgm:t>
        <a:bodyPr/>
        <a:lstStyle/>
        <a:p>
          <a:pPr latinLnBrk="1"/>
          <a:endParaRPr lang="ko-KR" altLang="en-US"/>
        </a:p>
      </dgm:t>
    </dgm:pt>
    <dgm:pt modelId="{054108EE-0C39-48E5-9905-CBEBD6067F0E}" type="pres">
      <dgm:prSet presAssocID="{C980D4D4-AC3F-4F5B-A914-79EBFEA626D7}" presName="vert0" presStyleCnt="0">
        <dgm:presLayoutVars>
          <dgm:dir/>
          <dgm:animOne val="branch"/>
          <dgm:animLvl val="lvl"/>
        </dgm:presLayoutVars>
      </dgm:prSet>
      <dgm:spPr/>
    </dgm:pt>
    <dgm:pt modelId="{7BC5CD14-0F02-4F3C-9317-F0FD34ECCF6A}" type="pres">
      <dgm:prSet presAssocID="{A26A38C6-AB05-45F7-B5B6-5B28E438ACBD}" presName="thickLine" presStyleLbl="alignNode1" presStyleIdx="0" presStyleCnt="5"/>
      <dgm:spPr/>
    </dgm:pt>
    <dgm:pt modelId="{F381AE8E-EFF2-49A2-A9A7-B5516ECA0DE2}" type="pres">
      <dgm:prSet presAssocID="{A26A38C6-AB05-45F7-B5B6-5B28E438ACBD}" presName="horz1" presStyleCnt="0"/>
      <dgm:spPr/>
    </dgm:pt>
    <dgm:pt modelId="{180D0190-2D50-44BC-BF08-22136F9282B5}" type="pres">
      <dgm:prSet presAssocID="{A26A38C6-AB05-45F7-B5B6-5B28E438ACBD}" presName="tx1" presStyleLbl="revTx" presStyleIdx="0" presStyleCnt="5"/>
      <dgm:spPr/>
    </dgm:pt>
    <dgm:pt modelId="{B7D99F8C-913A-4BD4-A254-F3B005D26ABA}" type="pres">
      <dgm:prSet presAssocID="{A26A38C6-AB05-45F7-B5B6-5B28E438ACBD}" presName="vert1" presStyleCnt="0"/>
      <dgm:spPr/>
    </dgm:pt>
    <dgm:pt modelId="{9606FB6C-009F-4827-9A9D-AD0121374FBC}" type="pres">
      <dgm:prSet presAssocID="{56724062-87B0-4C21-B956-B3AAF75C6288}" presName="thickLine" presStyleLbl="alignNode1" presStyleIdx="1" presStyleCnt="5"/>
      <dgm:spPr/>
    </dgm:pt>
    <dgm:pt modelId="{B3A671E5-FB53-47C6-90DB-5BDF0DCE5067}" type="pres">
      <dgm:prSet presAssocID="{56724062-87B0-4C21-B956-B3AAF75C6288}" presName="horz1" presStyleCnt="0"/>
      <dgm:spPr/>
    </dgm:pt>
    <dgm:pt modelId="{635FAA2A-8923-476A-9B7D-8875ABAD0310}" type="pres">
      <dgm:prSet presAssocID="{56724062-87B0-4C21-B956-B3AAF75C6288}" presName="tx1" presStyleLbl="revTx" presStyleIdx="1" presStyleCnt="5"/>
      <dgm:spPr/>
    </dgm:pt>
    <dgm:pt modelId="{61C8F959-E25F-451B-A3ED-DB5E7354921F}" type="pres">
      <dgm:prSet presAssocID="{56724062-87B0-4C21-B956-B3AAF75C6288}" presName="vert1" presStyleCnt="0"/>
      <dgm:spPr/>
    </dgm:pt>
    <dgm:pt modelId="{DB9E6A79-33D3-4400-81E7-6C59CACF296B}" type="pres">
      <dgm:prSet presAssocID="{F947263D-9B95-4A8C-8F82-6050EA6ADBEE}" presName="thickLine" presStyleLbl="alignNode1" presStyleIdx="2" presStyleCnt="5"/>
      <dgm:spPr/>
    </dgm:pt>
    <dgm:pt modelId="{BC10495D-3B0C-4CCB-9159-78E33F67276C}" type="pres">
      <dgm:prSet presAssocID="{F947263D-9B95-4A8C-8F82-6050EA6ADBEE}" presName="horz1" presStyleCnt="0"/>
      <dgm:spPr/>
    </dgm:pt>
    <dgm:pt modelId="{D285315A-3772-4ACA-A764-A211D8338FC7}" type="pres">
      <dgm:prSet presAssocID="{F947263D-9B95-4A8C-8F82-6050EA6ADBEE}" presName="tx1" presStyleLbl="revTx" presStyleIdx="2" presStyleCnt="5"/>
      <dgm:spPr/>
    </dgm:pt>
    <dgm:pt modelId="{2B8B0CF2-B77D-4327-B6EB-B89D0B85B5BF}" type="pres">
      <dgm:prSet presAssocID="{F947263D-9B95-4A8C-8F82-6050EA6ADBEE}" presName="vert1" presStyleCnt="0"/>
      <dgm:spPr/>
    </dgm:pt>
    <dgm:pt modelId="{B9E614B0-C0D2-434E-8F83-52ED865FE18C}" type="pres">
      <dgm:prSet presAssocID="{DD4B648A-A960-4E02-BA56-1163CBF7693D}" presName="thickLine" presStyleLbl="alignNode1" presStyleIdx="3" presStyleCnt="5"/>
      <dgm:spPr/>
    </dgm:pt>
    <dgm:pt modelId="{C4B95F26-7AA6-4DF9-BF10-E1584585ED7C}" type="pres">
      <dgm:prSet presAssocID="{DD4B648A-A960-4E02-BA56-1163CBF7693D}" presName="horz1" presStyleCnt="0"/>
      <dgm:spPr/>
    </dgm:pt>
    <dgm:pt modelId="{A5D60782-EEE1-458A-8448-1A3AB201D806}" type="pres">
      <dgm:prSet presAssocID="{DD4B648A-A960-4E02-BA56-1163CBF7693D}" presName="tx1" presStyleLbl="revTx" presStyleIdx="3" presStyleCnt="5"/>
      <dgm:spPr/>
    </dgm:pt>
    <dgm:pt modelId="{B597A1D5-80FD-43C2-AE65-E6A11AE1D454}" type="pres">
      <dgm:prSet presAssocID="{DD4B648A-A960-4E02-BA56-1163CBF7693D}" presName="vert1" presStyleCnt="0"/>
      <dgm:spPr/>
    </dgm:pt>
    <dgm:pt modelId="{63A6E785-A8F8-4077-9CE0-A03104F40126}" type="pres">
      <dgm:prSet presAssocID="{2CC72C15-6186-4FA0-9C22-1E6B706090FE}" presName="thickLine" presStyleLbl="alignNode1" presStyleIdx="4" presStyleCnt="5"/>
      <dgm:spPr/>
    </dgm:pt>
    <dgm:pt modelId="{8920440A-974D-4230-8330-38167D58A22C}" type="pres">
      <dgm:prSet presAssocID="{2CC72C15-6186-4FA0-9C22-1E6B706090FE}" presName="horz1" presStyleCnt="0"/>
      <dgm:spPr/>
    </dgm:pt>
    <dgm:pt modelId="{C26A68AF-FD85-4144-AD43-5ABDB4DB26C3}" type="pres">
      <dgm:prSet presAssocID="{2CC72C15-6186-4FA0-9C22-1E6B706090FE}" presName="tx1" presStyleLbl="revTx" presStyleIdx="4" presStyleCnt="5"/>
      <dgm:spPr/>
    </dgm:pt>
    <dgm:pt modelId="{3A38F8EF-7477-453F-AE2C-0B6B80A077F5}" type="pres">
      <dgm:prSet presAssocID="{2CC72C15-6186-4FA0-9C22-1E6B706090FE}" presName="vert1" presStyleCnt="0"/>
      <dgm:spPr/>
    </dgm:pt>
  </dgm:ptLst>
  <dgm:cxnLst>
    <dgm:cxn modelId="{010DB0C2-00CF-4D81-844F-9960A0E4AA08}" srcId="{C980D4D4-AC3F-4F5B-A914-79EBFEA626D7}" destId="{2CC72C15-6186-4FA0-9C22-1E6B706090FE}" srcOrd="4" destOrd="0" parTransId="{6B8166AD-B46E-424A-B751-328ABFCDC4FE}" sibTransId="{0509FD94-0149-4C13-A5C6-D216C8E8B06D}"/>
    <dgm:cxn modelId="{83FAD970-38AB-44E8-97FC-5D58458D6111}" srcId="{C980D4D4-AC3F-4F5B-A914-79EBFEA626D7}" destId="{A26A38C6-AB05-45F7-B5B6-5B28E438ACBD}" srcOrd="0" destOrd="0" parTransId="{10265D2A-1856-4771-B781-727369DAE13D}" sibTransId="{9FB5CE9B-604B-48F2-94CE-0B4A228E5DB3}"/>
    <dgm:cxn modelId="{98688CC5-A4FD-469C-BC6C-ECF9FAD5A0C9}" srcId="{C980D4D4-AC3F-4F5B-A914-79EBFEA626D7}" destId="{DD4B648A-A960-4E02-BA56-1163CBF7693D}" srcOrd="3" destOrd="0" parTransId="{86535936-FED3-49B7-813B-2FBCFDAC82A6}" sibTransId="{AC60C31B-15DE-4656-9233-51D09E49796E}"/>
    <dgm:cxn modelId="{A9603C4F-3666-487D-A0FC-5C1B9ED9067D}" type="presOf" srcId="{2CC72C15-6186-4FA0-9C22-1E6B706090FE}" destId="{C26A68AF-FD85-4144-AD43-5ABDB4DB26C3}" srcOrd="0" destOrd="0" presId="urn:microsoft.com/office/officeart/2008/layout/LinedList"/>
    <dgm:cxn modelId="{3FB29AD4-80A5-43A7-B93E-0CCF611C8A6F}" type="presOf" srcId="{A26A38C6-AB05-45F7-B5B6-5B28E438ACBD}" destId="{180D0190-2D50-44BC-BF08-22136F9282B5}" srcOrd="0" destOrd="0" presId="urn:microsoft.com/office/officeart/2008/layout/LinedList"/>
    <dgm:cxn modelId="{E1904768-D10C-466F-AE2D-FC890B09B873}" type="presOf" srcId="{C980D4D4-AC3F-4F5B-A914-79EBFEA626D7}" destId="{054108EE-0C39-48E5-9905-CBEBD6067F0E}" srcOrd="0" destOrd="0" presId="urn:microsoft.com/office/officeart/2008/layout/LinedList"/>
    <dgm:cxn modelId="{8819BBE6-F2D7-4B1F-9CFA-AB86DE367026}" srcId="{C980D4D4-AC3F-4F5B-A914-79EBFEA626D7}" destId="{56724062-87B0-4C21-B956-B3AAF75C6288}" srcOrd="1" destOrd="0" parTransId="{A10969EC-C81C-4E5B-9790-958C799E3E39}" sibTransId="{341602A4-C7B6-4BAF-9652-B4D48D862F8E}"/>
    <dgm:cxn modelId="{971C4E24-9808-4B4A-B9B7-69910A719834}" type="presOf" srcId="{DD4B648A-A960-4E02-BA56-1163CBF7693D}" destId="{A5D60782-EEE1-458A-8448-1A3AB201D806}" srcOrd="0" destOrd="0" presId="urn:microsoft.com/office/officeart/2008/layout/LinedList"/>
    <dgm:cxn modelId="{D19B099F-BD6D-48D5-807E-A512601640C5}" type="presOf" srcId="{F947263D-9B95-4A8C-8F82-6050EA6ADBEE}" destId="{D285315A-3772-4ACA-A764-A211D8338FC7}" srcOrd="0" destOrd="0" presId="urn:microsoft.com/office/officeart/2008/layout/LinedList"/>
    <dgm:cxn modelId="{494C03ED-9686-45B5-A55A-C464D4E57BDE}" srcId="{C980D4D4-AC3F-4F5B-A914-79EBFEA626D7}" destId="{F947263D-9B95-4A8C-8F82-6050EA6ADBEE}" srcOrd="2" destOrd="0" parTransId="{766AE059-4DB4-4747-B661-2A3DCE61CAC4}" sibTransId="{9D5EA5D2-B824-4151-8D39-8A429F214684}"/>
    <dgm:cxn modelId="{4032DBB9-6AE3-4571-968F-0E13C1CDFCBB}" type="presOf" srcId="{56724062-87B0-4C21-B956-B3AAF75C6288}" destId="{635FAA2A-8923-476A-9B7D-8875ABAD0310}" srcOrd="0" destOrd="0" presId="urn:microsoft.com/office/officeart/2008/layout/LinedList"/>
    <dgm:cxn modelId="{B33FC108-CF7C-45A0-9F99-017778C86471}" type="presParOf" srcId="{054108EE-0C39-48E5-9905-CBEBD6067F0E}" destId="{7BC5CD14-0F02-4F3C-9317-F0FD34ECCF6A}" srcOrd="0" destOrd="0" presId="urn:microsoft.com/office/officeart/2008/layout/LinedList"/>
    <dgm:cxn modelId="{DE3830F4-F922-408E-A8AB-121CDF000F0A}" type="presParOf" srcId="{054108EE-0C39-48E5-9905-CBEBD6067F0E}" destId="{F381AE8E-EFF2-49A2-A9A7-B5516ECA0DE2}" srcOrd="1" destOrd="0" presId="urn:microsoft.com/office/officeart/2008/layout/LinedList"/>
    <dgm:cxn modelId="{AC5F6D16-B497-4DCC-8B87-8BA1FC0F909E}" type="presParOf" srcId="{F381AE8E-EFF2-49A2-A9A7-B5516ECA0DE2}" destId="{180D0190-2D50-44BC-BF08-22136F9282B5}" srcOrd="0" destOrd="0" presId="urn:microsoft.com/office/officeart/2008/layout/LinedList"/>
    <dgm:cxn modelId="{9745323B-964E-4F21-A284-67CE8EC267F4}" type="presParOf" srcId="{F381AE8E-EFF2-49A2-A9A7-B5516ECA0DE2}" destId="{B7D99F8C-913A-4BD4-A254-F3B005D26ABA}" srcOrd="1" destOrd="0" presId="urn:microsoft.com/office/officeart/2008/layout/LinedList"/>
    <dgm:cxn modelId="{DE817BCE-4EED-40D4-8DDB-3288CD44904C}" type="presParOf" srcId="{054108EE-0C39-48E5-9905-CBEBD6067F0E}" destId="{9606FB6C-009F-4827-9A9D-AD0121374FBC}" srcOrd="2" destOrd="0" presId="urn:microsoft.com/office/officeart/2008/layout/LinedList"/>
    <dgm:cxn modelId="{A1EF4368-3DD1-4E82-83E0-97C5338D1C6D}" type="presParOf" srcId="{054108EE-0C39-48E5-9905-CBEBD6067F0E}" destId="{B3A671E5-FB53-47C6-90DB-5BDF0DCE5067}" srcOrd="3" destOrd="0" presId="urn:microsoft.com/office/officeart/2008/layout/LinedList"/>
    <dgm:cxn modelId="{20E55EE6-BCF9-46CD-8C31-DD2330A1D2FD}" type="presParOf" srcId="{B3A671E5-FB53-47C6-90DB-5BDF0DCE5067}" destId="{635FAA2A-8923-476A-9B7D-8875ABAD0310}" srcOrd="0" destOrd="0" presId="urn:microsoft.com/office/officeart/2008/layout/LinedList"/>
    <dgm:cxn modelId="{53197E17-2128-44AC-B1F9-BC631153843D}" type="presParOf" srcId="{B3A671E5-FB53-47C6-90DB-5BDF0DCE5067}" destId="{61C8F959-E25F-451B-A3ED-DB5E7354921F}" srcOrd="1" destOrd="0" presId="urn:microsoft.com/office/officeart/2008/layout/LinedList"/>
    <dgm:cxn modelId="{2266471B-DEE9-4DD3-8FE7-897D44FFA550}" type="presParOf" srcId="{054108EE-0C39-48E5-9905-CBEBD6067F0E}" destId="{DB9E6A79-33D3-4400-81E7-6C59CACF296B}" srcOrd="4" destOrd="0" presId="urn:microsoft.com/office/officeart/2008/layout/LinedList"/>
    <dgm:cxn modelId="{AEE73F12-0D66-4BED-9F2D-BDBE65ADF8B3}" type="presParOf" srcId="{054108EE-0C39-48E5-9905-CBEBD6067F0E}" destId="{BC10495D-3B0C-4CCB-9159-78E33F67276C}" srcOrd="5" destOrd="0" presId="urn:microsoft.com/office/officeart/2008/layout/LinedList"/>
    <dgm:cxn modelId="{8DF6565A-4158-48AB-BE07-EAEA33FEF56A}" type="presParOf" srcId="{BC10495D-3B0C-4CCB-9159-78E33F67276C}" destId="{D285315A-3772-4ACA-A764-A211D8338FC7}" srcOrd="0" destOrd="0" presId="urn:microsoft.com/office/officeart/2008/layout/LinedList"/>
    <dgm:cxn modelId="{EBFEE7DB-0624-4547-82E5-951B1432C95A}" type="presParOf" srcId="{BC10495D-3B0C-4CCB-9159-78E33F67276C}" destId="{2B8B0CF2-B77D-4327-B6EB-B89D0B85B5BF}" srcOrd="1" destOrd="0" presId="urn:microsoft.com/office/officeart/2008/layout/LinedList"/>
    <dgm:cxn modelId="{FC53BF09-397E-4C80-AB14-0BFF515B5F6F}" type="presParOf" srcId="{054108EE-0C39-48E5-9905-CBEBD6067F0E}" destId="{B9E614B0-C0D2-434E-8F83-52ED865FE18C}" srcOrd="6" destOrd="0" presId="urn:microsoft.com/office/officeart/2008/layout/LinedList"/>
    <dgm:cxn modelId="{DB7D493D-06C2-42BC-92C9-F97E1B2864B6}" type="presParOf" srcId="{054108EE-0C39-48E5-9905-CBEBD6067F0E}" destId="{C4B95F26-7AA6-4DF9-BF10-E1584585ED7C}" srcOrd="7" destOrd="0" presId="urn:microsoft.com/office/officeart/2008/layout/LinedList"/>
    <dgm:cxn modelId="{3D4B1ED4-5EBD-4357-8798-BC919BFBD299}" type="presParOf" srcId="{C4B95F26-7AA6-4DF9-BF10-E1584585ED7C}" destId="{A5D60782-EEE1-458A-8448-1A3AB201D806}" srcOrd="0" destOrd="0" presId="urn:microsoft.com/office/officeart/2008/layout/LinedList"/>
    <dgm:cxn modelId="{1498E64F-2277-4266-8367-2B1BEF31C1EB}" type="presParOf" srcId="{C4B95F26-7AA6-4DF9-BF10-E1584585ED7C}" destId="{B597A1D5-80FD-43C2-AE65-E6A11AE1D454}" srcOrd="1" destOrd="0" presId="urn:microsoft.com/office/officeart/2008/layout/LinedList"/>
    <dgm:cxn modelId="{B31F2DB9-E38B-468E-85C6-912CB125370D}" type="presParOf" srcId="{054108EE-0C39-48E5-9905-CBEBD6067F0E}" destId="{63A6E785-A8F8-4077-9CE0-A03104F40126}" srcOrd="8" destOrd="0" presId="urn:microsoft.com/office/officeart/2008/layout/LinedList"/>
    <dgm:cxn modelId="{252F6179-06B6-4ED7-89BE-4BEC60941109}" type="presParOf" srcId="{054108EE-0C39-48E5-9905-CBEBD6067F0E}" destId="{8920440A-974D-4230-8330-38167D58A22C}" srcOrd="9" destOrd="0" presId="urn:microsoft.com/office/officeart/2008/layout/LinedList"/>
    <dgm:cxn modelId="{89EC8DA5-F445-47FE-AB43-9234EADCBB84}" type="presParOf" srcId="{8920440A-974D-4230-8330-38167D58A22C}" destId="{C26A68AF-FD85-4144-AD43-5ABDB4DB26C3}" srcOrd="0" destOrd="0" presId="urn:microsoft.com/office/officeart/2008/layout/LinedList"/>
    <dgm:cxn modelId="{BA5FA5F7-3423-405E-8B3E-E4AE5E1B1B11}" type="presParOf" srcId="{8920440A-974D-4230-8330-38167D58A22C}" destId="{3A38F8EF-7477-453F-AE2C-0B6B80A077F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73D69C-00A7-493B-9CE4-67F0946DDF91}">
      <dsp:nvSpPr>
        <dsp:cNvPr id="0" name=""/>
        <dsp:cNvSpPr/>
      </dsp:nvSpPr>
      <dsp:spPr>
        <a:xfrm>
          <a:off x="0" y="0"/>
          <a:ext cx="7484454" cy="72420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 rtl="0" eaLnBrk="1" latinLnBrk="1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SzPct val="100000"/>
            <a:buFont typeface="+mj-lt"/>
            <a:buNone/>
          </a:pPr>
          <a:r>
            <a:rPr lang="en-US" sz="2500" kern="1200" dirty="0"/>
            <a:t>Algorithms with Numbers</a:t>
          </a:r>
          <a:endParaRPr lang="ko-KR" sz="2500" kern="1200" dirty="0"/>
        </a:p>
      </dsp:txBody>
      <dsp:txXfrm>
        <a:off x="21211" y="21211"/>
        <a:ext cx="6618249" cy="681782"/>
      </dsp:txXfrm>
    </dsp:sp>
    <dsp:sp modelId="{A0643E9B-53AF-407F-8C6F-C64469FDCF07}">
      <dsp:nvSpPr>
        <dsp:cNvPr id="0" name=""/>
        <dsp:cNvSpPr/>
      </dsp:nvSpPr>
      <dsp:spPr>
        <a:xfrm>
          <a:off x="558904" y="824788"/>
          <a:ext cx="7484454" cy="724204"/>
        </a:xfrm>
        <a:prstGeom prst="roundRect">
          <a:avLst>
            <a:gd name="adj" fmla="val 10000"/>
          </a:avLst>
        </a:prstGeom>
        <a:solidFill>
          <a:schemeClr val="accent2">
            <a:hueOff val="130477"/>
            <a:satOff val="-8404"/>
            <a:lumOff val="-49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 rtl="0" eaLnBrk="1" latinLnBrk="1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Divide-and-Conquer Algorithms</a:t>
          </a:r>
          <a:endParaRPr lang="ko-KR" sz="2500" kern="1200" dirty="0"/>
        </a:p>
      </dsp:txBody>
      <dsp:txXfrm>
        <a:off x="580115" y="845999"/>
        <a:ext cx="6412395" cy="681782"/>
      </dsp:txXfrm>
    </dsp:sp>
    <dsp:sp modelId="{87647CF4-C877-4D5B-B468-E8DD74989A16}">
      <dsp:nvSpPr>
        <dsp:cNvPr id="0" name=""/>
        <dsp:cNvSpPr/>
      </dsp:nvSpPr>
      <dsp:spPr>
        <a:xfrm>
          <a:off x="1117808" y="1649577"/>
          <a:ext cx="7484454" cy="724204"/>
        </a:xfrm>
        <a:prstGeom prst="roundRect">
          <a:avLst>
            <a:gd name="adj" fmla="val 10000"/>
          </a:avLst>
        </a:prstGeom>
        <a:solidFill>
          <a:schemeClr val="accent2">
            <a:hueOff val="260954"/>
            <a:satOff val="-16808"/>
            <a:lumOff val="-98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 rtl="0" eaLnBrk="1" latinLnBrk="1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Basic of Graph</a:t>
          </a:r>
          <a:endParaRPr lang="ko-KR" sz="2500" kern="1200" dirty="0"/>
        </a:p>
      </dsp:txBody>
      <dsp:txXfrm>
        <a:off x="1139019" y="1670788"/>
        <a:ext cx="6412395" cy="681782"/>
      </dsp:txXfrm>
    </dsp:sp>
    <dsp:sp modelId="{5F3BECA5-610A-4CF0-835E-5BAC5021AD7E}">
      <dsp:nvSpPr>
        <dsp:cNvPr id="0" name=""/>
        <dsp:cNvSpPr/>
      </dsp:nvSpPr>
      <dsp:spPr>
        <a:xfrm>
          <a:off x="1676712" y="2474366"/>
          <a:ext cx="7484454" cy="724204"/>
        </a:xfrm>
        <a:prstGeom prst="roundRect">
          <a:avLst>
            <a:gd name="adj" fmla="val 10000"/>
          </a:avLst>
        </a:prstGeom>
        <a:solidFill>
          <a:schemeClr val="accent2">
            <a:hueOff val="391430"/>
            <a:satOff val="-25212"/>
            <a:lumOff val="-1471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 rtl="0" eaLnBrk="1" latinLnBrk="1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Greedy Algorithms</a:t>
          </a:r>
          <a:endParaRPr lang="ko-KR" sz="2500" kern="1200"/>
        </a:p>
      </dsp:txBody>
      <dsp:txXfrm>
        <a:off x="1697923" y="2495577"/>
        <a:ext cx="6412395" cy="681782"/>
      </dsp:txXfrm>
    </dsp:sp>
    <dsp:sp modelId="{10BCC0EF-6039-4A36-9442-7562F8CF8F2B}">
      <dsp:nvSpPr>
        <dsp:cNvPr id="0" name=""/>
        <dsp:cNvSpPr/>
      </dsp:nvSpPr>
      <dsp:spPr>
        <a:xfrm>
          <a:off x="2235616" y="3299155"/>
          <a:ext cx="7484454" cy="724204"/>
        </a:xfrm>
        <a:prstGeom prst="roundRect">
          <a:avLst>
            <a:gd name="adj" fmla="val 10000"/>
          </a:avLst>
        </a:prstGeom>
        <a:solidFill>
          <a:schemeClr val="accent2">
            <a:hueOff val="521907"/>
            <a:satOff val="-33616"/>
            <a:lumOff val="-1961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 rtl="0" eaLnBrk="1" latinLnBrk="1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Dynamic Programming</a:t>
          </a:r>
          <a:endParaRPr lang="ko-KR" sz="2500" kern="1200"/>
        </a:p>
      </dsp:txBody>
      <dsp:txXfrm>
        <a:off x="2256827" y="3320366"/>
        <a:ext cx="6412395" cy="681782"/>
      </dsp:txXfrm>
    </dsp:sp>
    <dsp:sp modelId="{ED6C6050-C06F-4CAE-908E-48E8D08D3B1D}">
      <dsp:nvSpPr>
        <dsp:cNvPr id="0" name=""/>
        <dsp:cNvSpPr/>
      </dsp:nvSpPr>
      <dsp:spPr>
        <a:xfrm>
          <a:off x="7013721" y="529071"/>
          <a:ext cx="470733" cy="47073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600" kern="1200"/>
        </a:p>
      </dsp:txBody>
      <dsp:txXfrm>
        <a:off x="7119636" y="529071"/>
        <a:ext cx="258903" cy="354227"/>
      </dsp:txXfrm>
    </dsp:sp>
    <dsp:sp modelId="{E16B35DE-ED72-4771-8610-DA68F161EB2A}">
      <dsp:nvSpPr>
        <dsp:cNvPr id="0" name=""/>
        <dsp:cNvSpPr/>
      </dsp:nvSpPr>
      <dsp:spPr>
        <a:xfrm>
          <a:off x="7572625" y="1353860"/>
          <a:ext cx="470733" cy="47073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270853"/>
            <a:satOff val="-8579"/>
            <a:lumOff val="-471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270853"/>
              <a:satOff val="-8579"/>
              <a:lumOff val="-47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600" kern="1200"/>
        </a:p>
      </dsp:txBody>
      <dsp:txXfrm>
        <a:off x="7678540" y="1353860"/>
        <a:ext cx="258903" cy="354227"/>
      </dsp:txXfrm>
    </dsp:sp>
    <dsp:sp modelId="{01A14F3F-1703-4F97-A841-5F0D58B911D0}">
      <dsp:nvSpPr>
        <dsp:cNvPr id="0" name=""/>
        <dsp:cNvSpPr/>
      </dsp:nvSpPr>
      <dsp:spPr>
        <a:xfrm>
          <a:off x="8131529" y="2166579"/>
          <a:ext cx="470733" cy="47073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541706"/>
            <a:satOff val="-17158"/>
            <a:lumOff val="-942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541706"/>
              <a:satOff val="-17158"/>
              <a:lumOff val="-94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600" kern="1200"/>
        </a:p>
      </dsp:txBody>
      <dsp:txXfrm>
        <a:off x="8237444" y="2166579"/>
        <a:ext cx="258903" cy="354227"/>
      </dsp:txXfrm>
    </dsp:sp>
    <dsp:sp modelId="{F42C0E9F-F73F-4FA2-8AB9-30864FB616EA}">
      <dsp:nvSpPr>
        <dsp:cNvPr id="0" name=""/>
        <dsp:cNvSpPr/>
      </dsp:nvSpPr>
      <dsp:spPr>
        <a:xfrm>
          <a:off x="8690433" y="2999414"/>
          <a:ext cx="470733" cy="47073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812559"/>
            <a:satOff val="-25737"/>
            <a:lumOff val="-1413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812559"/>
              <a:satOff val="-25737"/>
              <a:lumOff val="-141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600" kern="1200"/>
        </a:p>
      </dsp:txBody>
      <dsp:txXfrm>
        <a:off x="8796348" y="2999414"/>
        <a:ext cx="258903" cy="35422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25F064-85DA-4650-8BF7-2E6B8709597C}">
      <dsp:nvSpPr>
        <dsp:cNvPr id="0" name=""/>
        <dsp:cNvSpPr/>
      </dsp:nvSpPr>
      <dsp:spPr>
        <a:xfrm>
          <a:off x="0" y="0"/>
          <a:ext cx="7776056" cy="88513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 rtl="0" eaLnBrk="1" latinLnBrk="1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SzPct val="100000"/>
            <a:buFont typeface="+mj-lt"/>
            <a:buNone/>
          </a:pPr>
          <a:r>
            <a:rPr lang="en-US" sz="3000" kern="1200"/>
            <a:t>Network Flow</a:t>
          </a:r>
          <a:endParaRPr lang="ko-KR" sz="3000" kern="1200"/>
        </a:p>
      </dsp:txBody>
      <dsp:txXfrm>
        <a:off x="25925" y="25925"/>
        <a:ext cx="6746127" cy="833289"/>
      </dsp:txXfrm>
    </dsp:sp>
    <dsp:sp modelId="{2CB8AF54-919D-4623-81BC-10B08F20F934}">
      <dsp:nvSpPr>
        <dsp:cNvPr id="0" name=""/>
        <dsp:cNvSpPr/>
      </dsp:nvSpPr>
      <dsp:spPr>
        <a:xfrm>
          <a:off x="651244" y="1046073"/>
          <a:ext cx="7776056" cy="885139"/>
        </a:xfrm>
        <a:prstGeom prst="roundRect">
          <a:avLst>
            <a:gd name="adj" fmla="val 10000"/>
          </a:avLst>
        </a:prstGeom>
        <a:solidFill>
          <a:schemeClr val="accent5">
            <a:hueOff val="3480166"/>
            <a:satOff val="-8347"/>
            <a:lumOff val="654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 rtl="0" eaLnBrk="1" latinLnBrk="1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Linear Programming</a:t>
          </a:r>
          <a:endParaRPr lang="ko-KR" sz="3000" kern="1200"/>
        </a:p>
      </dsp:txBody>
      <dsp:txXfrm>
        <a:off x="677169" y="1071998"/>
        <a:ext cx="6497621" cy="833289"/>
      </dsp:txXfrm>
    </dsp:sp>
    <dsp:sp modelId="{1F4AA7FA-EE67-4C22-A8E9-EFCB89C33F28}">
      <dsp:nvSpPr>
        <dsp:cNvPr id="0" name=""/>
        <dsp:cNvSpPr/>
      </dsp:nvSpPr>
      <dsp:spPr>
        <a:xfrm>
          <a:off x="1292769" y="2092147"/>
          <a:ext cx="7776056" cy="885139"/>
        </a:xfrm>
        <a:prstGeom prst="roundRect">
          <a:avLst>
            <a:gd name="adj" fmla="val 10000"/>
          </a:avLst>
        </a:prstGeom>
        <a:solidFill>
          <a:schemeClr val="accent5">
            <a:hueOff val="6960331"/>
            <a:satOff val="-16693"/>
            <a:lumOff val="130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 rtl="0" eaLnBrk="1" latinLnBrk="1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P, NP, NP-complete</a:t>
          </a:r>
          <a:endParaRPr lang="ko-KR" sz="3000" kern="1200"/>
        </a:p>
      </dsp:txBody>
      <dsp:txXfrm>
        <a:off x="1318694" y="2118072"/>
        <a:ext cx="6507341" cy="833289"/>
      </dsp:txXfrm>
    </dsp:sp>
    <dsp:sp modelId="{268F52B5-008B-4CFD-AAF7-C5C606E72146}">
      <dsp:nvSpPr>
        <dsp:cNvPr id="0" name=""/>
        <dsp:cNvSpPr/>
      </dsp:nvSpPr>
      <dsp:spPr>
        <a:xfrm>
          <a:off x="1944014" y="3138220"/>
          <a:ext cx="7776056" cy="885139"/>
        </a:xfrm>
        <a:prstGeom prst="roundRect">
          <a:avLst>
            <a:gd name="adj" fmla="val 10000"/>
          </a:avLst>
        </a:prstGeom>
        <a:solidFill>
          <a:schemeClr val="accent5">
            <a:hueOff val="10440497"/>
            <a:satOff val="-25040"/>
            <a:lumOff val="1961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 rtl="0" eaLnBrk="1" latinLnBrk="1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Coping with NP-completeness</a:t>
          </a:r>
          <a:endParaRPr lang="ko-KR" sz="3000" kern="1200"/>
        </a:p>
      </dsp:txBody>
      <dsp:txXfrm>
        <a:off x="1969939" y="3164145"/>
        <a:ext cx="6497621" cy="833289"/>
      </dsp:txXfrm>
    </dsp:sp>
    <dsp:sp modelId="{722293F0-A9ED-48D4-A021-B0CA7174FE56}">
      <dsp:nvSpPr>
        <dsp:cNvPr id="0" name=""/>
        <dsp:cNvSpPr/>
      </dsp:nvSpPr>
      <dsp:spPr>
        <a:xfrm>
          <a:off x="7200716" y="677936"/>
          <a:ext cx="575340" cy="575340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900" kern="1200"/>
        </a:p>
      </dsp:txBody>
      <dsp:txXfrm>
        <a:off x="7330168" y="677936"/>
        <a:ext cx="316437" cy="432943"/>
      </dsp:txXfrm>
    </dsp:sp>
    <dsp:sp modelId="{98255E50-6A4D-4AE4-BF18-2E39393CD22F}">
      <dsp:nvSpPr>
        <dsp:cNvPr id="0" name=""/>
        <dsp:cNvSpPr/>
      </dsp:nvSpPr>
      <dsp:spPr>
        <a:xfrm>
          <a:off x="7851961" y="1724009"/>
          <a:ext cx="575340" cy="575340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5403947"/>
            <a:satOff val="-6012"/>
            <a:lumOff val="-23"/>
            <a:alphaOff val="0"/>
          </a:schemeClr>
        </a:solidFill>
        <a:ln w="1587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900" kern="1200"/>
        </a:p>
      </dsp:txBody>
      <dsp:txXfrm>
        <a:off x="7981413" y="1724009"/>
        <a:ext cx="316437" cy="432943"/>
      </dsp:txXfrm>
    </dsp:sp>
    <dsp:sp modelId="{558CC824-7041-427C-8633-1E5468E886E4}">
      <dsp:nvSpPr>
        <dsp:cNvPr id="0" name=""/>
        <dsp:cNvSpPr/>
      </dsp:nvSpPr>
      <dsp:spPr>
        <a:xfrm>
          <a:off x="8493485" y="2770083"/>
          <a:ext cx="575340" cy="575340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10807894"/>
            <a:satOff val="-12023"/>
            <a:lumOff val="-47"/>
            <a:alphaOff val="0"/>
          </a:schemeClr>
        </a:solidFill>
        <a:ln w="1587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900" kern="1200"/>
        </a:p>
      </dsp:txBody>
      <dsp:txXfrm>
        <a:off x="8622937" y="2770083"/>
        <a:ext cx="316437" cy="43294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FE6301-0680-4BE5-9B9C-4F383C37BA0C}">
      <dsp:nvSpPr>
        <dsp:cNvPr id="0" name=""/>
        <dsp:cNvSpPr/>
      </dsp:nvSpPr>
      <dsp:spPr>
        <a:xfrm>
          <a:off x="5611" y="1232128"/>
          <a:ext cx="1559103" cy="1559103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 rtl="0" eaLnBrk="1" latinLnBrk="1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SzPct val="100000"/>
            <a:buFont typeface="+mj-lt"/>
            <a:buNone/>
          </a:pPr>
          <a:r>
            <a:rPr lang="ko-KR" altLang="en-US" sz="2600" kern="1200" dirty="0"/>
            <a:t>직관적 이해</a:t>
          </a:r>
        </a:p>
      </dsp:txBody>
      <dsp:txXfrm>
        <a:off x="233936" y="1460453"/>
        <a:ext cx="1102453" cy="1102453"/>
      </dsp:txXfrm>
    </dsp:sp>
    <dsp:sp modelId="{DFC9BCB0-114E-4301-93E7-A17D87D9B0C2}">
      <dsp:nvSpPr>
        <dsp:cNvPr id="0" name=""/>
        <dsp:cNvSpPr/>
      </dsp:nvSpPr>
      <dsp:spPr>
        <a:xfrm>
          <a:off x="1691314" y="1559540"/>
          <a:ext cx="904279" cy="904279"/>
        </a:xfrm>
        <a:prstGeom prst="mathPlus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000" kern="1200"/>
        </a:p>
      </dsp:txBody>
      <dsp:txXfrm>
        <a:off x="1811176" y="1905336"/>
        <a:ext cx="664555" cy="212687"/>
      </dsp:txXfrm>
    </dsp:sp>
    <dsp:sp modelId="{0FD703D0-C637-4EFB-8E55-AF63152E79E4}">
      <dsp:nvSpPr>
        <dsp:cNvPr id="0" name=""/>
        <dsp:cNvSpPr/>
      </dsp:nvSpPr>
      <dsp:spPr>
        <a:xfrm>
          <a:off x="2722193" y="1232128"/>
          <a:ext cx="1559103" cy="1559103"/>
        </a:xfrm>
        <a:prstGeom prst="ellipse">
          <a:avLst/>
        </a:prstGeom>
        <a:solidFill>
          <a:schemeClr val="accent5">
            <a:hueOff val="3480166"/>
            <a:satOff val="-8347"/>
            <a:lumOff val="654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 rtl="0" eaLnBrk="1" latinLnBrk="1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600" kern="1200"/>
            <a:t>수학적 증명</a:t>
          </a:r>
        </a:p>
      </dsp:txBody>
      <dsp:txXfrm>
        <a:off x="2950518" y="1460453"/>
        <a:ext cx="1102453" cy="1102453"/>
      </dsp:txXfrm>
    </dsp:sp>
    <dsp:sp modelId="{E790DF04-1F25-41C7-9F5B-1FB9F91CB2B8}">
      <dsp:nvSpPr>
        <dsp:cNvPr id="0" name=""/>
        <dsp:cNvSpPr/>
      </dsp:nvSpPr>
      <dsp:spPr>
        <a:xfrm>
          <a:off x="4407895" y="1559540"/>
          <a:ext cx="904279" cy="904279"/>
        </a:xfrm>
        <a:prstGeom prst="mathPlus">
          <a:avLst/>
        </a:prstGeom>
        <a:solidFill>
          <a:schemeClr val="accent5">
            <a:hueOff val="5220249"/>
            <a:satOff val="-12520"/>
            <a:lumOff val="98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000" kern="1200"/>
        </a:p>
      </dsp:txBody>
      <dsp:txXfrm>
        <a:off x="4527757" y="1905336"/>
        <a:ext cx="664555" cy="212687"/>
      </dsp:txXfrm>
    </dsp:sp>
    <dsp:sp modelId="{548EFD1C-E4F3-4059-BC2D-DFEAC4BC58C4}">
      <dsp:nvSpPr>
        <dsp:cNvPr id="0" name=""/>
        <dsp:cNvSpPr/>
      </dsp:nvSpPr>
      <dsp:spPr>
        <a:xfrm>
          <a:off x="5438774" y="1232128"/>
          <a:ext cx="1559103" cy="1559103"/>
        </a:xfrm>
        <a:prstGeom prst="ellipse">
          <a:avLst/>
        </a:prstGeom>
        <a:solidFill>
          <a:schemeClr val="accent5">
            <a:hueOff val="6960331"/>
            <a:satOff val="-16693"/>
            <a:lumOff val="130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 rtl="0" eaLnBrk="1" latinLnBrk="1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2600" kern="1200" dirty="0"/>
            <a:t>시간 </a:t>
          </a:r>
          <a:r>
            <a:rPr lang="en-US" altLang="ko-KR" sz="2600" kern="1200" dirty="0"/>
            <a:t>   </a:t>
          </a:r>
          <a:r>
            <a:rPr lang="ko-KR" sz="2600" kern="1200" dirty="0"/>
            <a:t>복잡도</a:t>
          </a:r>
        </a:p>
      </dsp:txBody>
      <dsp:txXfrm>
        <a:off x="5667099" y="1460453"/>
        <a:ext cx="1102453" cy="1102453"/>
      </dsp:txXfrm>
    </dsp:sp>
    <dsp:sp modelId="{25ED26CD-B5EA-488F-A5DB-0739E42AD2FC}">
      <dsp:nvSpPr>
        <dsp:cNvPr id="0" name=""/>
        <dsp:cNvSpPr/>
      </dsp:nvSpPr>
      <dsp:spPr>
        <a:xfrm>
          <a:off x="7124476" y="1559540"/>
          <a:ext cx="904279" cy="904279"/>
        </a:xfrm>
        <a:prstGeom prst="mathEqual">
          <a:avLst/>
        </a:prstGeom>
        <a:solidFill>
          <a:schemeClr val="accent5">
            <a:hueOff val="10440497"/>
            <a:satOff val="-25040"/>
            <a:lumOff val="196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2100" kern="1200"/>
        </a:p>
      </dsp:txBody>
      <dsp:txXfrm>
        <a:off x="7244338" y="1745821"/>
        <a:ext cx="664555" cy="531717"/>
      </dsp:txXfrm>
    </dsp:sp>
    <dsp:sp modelId="{5B8453E5-8C5D-448E-A1DA-822589B069FB}">
      <dsp:nvSpPr>
        <dsp:cNvPr id="0" name=""/>
        <dsp:cNvSpPr/>
      </dsp:nvSpPr>
      <dsp:spPr>
        <a:xfrm>
          <a:off x="8155355" y="1232128"/>
          <a:ext cx="1559103" cy="1559103"/>
        </a:xfrm>
        <a:prstGeom prst="ellipse">
          <a:avLst/>
        </a:prstGeom>
        <a:solidFill>
          <a:schemeClr val="accent5">
            <a:hueOff val="10440497"/>
            <a:satOff val="-25040"/>
            <a:lumOff val="1961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 rtl="0" eaLnBrk="1" latinLnBrk="1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600" kern="1200" dirty="0"/>
            <a:t>이론적 정복</a:t>
          </a:r>
        </a:p>
      </dsp:txBody>
      <dsp:txXfrm>
        <a:off x="8383680" y="1460453"/>
        <a:ext cx="1102453" cy="110245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C9379A-D4FF-434F-B79E-828B32FDF19B}">
      <dsp:nvSpPr>
        <dsp:cNvPr id="0" name=""/>
        <dsp:cNvSpPr/>
      </dsp:nvSpPr>
      <dsp:spPr>
        <a:xfrm>
          <a:off x="0" y="40717"/>
          <a:ext cx="9720071" cy="58457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 rtl="0" eaLnBrk="1" latinLnBrk="1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900" kern="1200"/>
            <a:t>이학적 특징</a:t>
          </a:r>
        </a:p>
      </dsp:txBody>
      <dsp:txXfrm>
        <a:off x="28537" y="69254"/>
        <a:ext cx="9662997" cy="527505"/>
      </dsp:txXfrm>
    </dsp:sp>
    <dsp:sp modelId="{05CC5114-72B7-411D-B335-C265CB7E38F2}">
      <dsp:nvSpPr>
        <dsp:cNvPr id="0" name=""/>
        <dsp:cNvSpPr/>
      </dsp:nvSpPr>
      <dsp:spPr>
        <a:xfrm>
          <a:off x="0" y="625297"/>
          <a:ext cx="9720071" cy="2084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8612" tIns="24130" rIns="135128" bIns="24130" numCol="1" spcCol="1270" anchor="t" anchorCtr="0">
          <a:noAutofit/>
        </a:bodyPr>
        <a:lstStyle/>
        <a:p>
          <a:pPr marL="114300" lvl="1" indent="-114300" algn="l" defTabSz="666750" rtl="0" eaLnBrk="1" latinLnBrk="1" hangingPunct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sz="1500" kern="1200"/>
            <a:t>알고리즘이 정말로 정확한가</a:t>
          </a:r>
          <a:r>
            <a:rPr lang="en-US" sz="1500" kern="1200"/>
            <a:t>? (Correctness)</a:t>
          </a:r>
          <a:endParaRPr lang="ko-KR" sz="1500" kern="1200"/>
        </a:p>
        <a:p>
          <a:pPr marL="114300" lvl="1" indent="-114300" algn="l" defTabSz="666750" rtl="0" eaLnBrk="1" latinLnBrk="1" hangingPunct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sz="1500" kern="1200"/>
            <a:t>알고리즘이 얼마나 효율적으로 동작하는가</a:t>
          </a:r>
          <a:r>
            <a:rPr lang="en-US" sz="1500" kern="1200"/>
            <a:t>? (Efficiency)</a:t>
          </a:r>
          <a:endParaRPr lang="ko-KR" sz="1500" kern="1200"/>
        </a:p>
        <a:p>
          <a:pPr marL="228600" lvl="2" indent="-114300" algn="l" defTabSz="666750" rtl="0" eaLnBrk="1" latinLnBrk="1" hangingPunct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sz="1500" kern="1200"/>
            <a:t>최악의 경우에는 어떻게 동작하는가</a:t>
          </a:r>
          <a:r>
            <a:rPr lang="en-US" sz="1500" kern="1200"/>
            <a:t>? (Worst-case Analysis, Upper Bound)</a:t>
          </a:r>
          <a:endParaRPr lang="ko-KR" sz="1500" kern="1200"/>
        </a:p>
        <a:p>
          <a:pPr marL="228600" lvl="2" indent="-114300" algn="l" defTabSz="666750" rtl="0" eaLnBrk="1" latinLnBrk="1" hangingPunct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sz="1500" kern="1200"/>
            <a:t>최</a:t>
          </a:r>
          <a:r>
            <a:rPr lang="ko-KR" altLang="en-US" sz="1500" kern="1200"/>
            <a:t>선</a:t>
          </a:r>
          <a:r>
            <a:rPr lang="ko-KR" sz="1500" kern="1200"/>
            <a:t>의 </a:t>
          </a:r>
          <a:r>
            <a:rPr lang="ko-KR" sz="1500" kern="1200" dirty="0"/>
            <a:t>경우에는 어떻게 동작하는가</a:t>
          </a:r>
          <a:r>
            <a:rPr lang="en-US" sz="1500" kern="1200" dirty="0"/>
            <a:t>? (Best-case Analysis, Lower Bound)</a:t>
          </a:r>
          <a:endParaRPr lang="ko-KR" sz="1500" kern="1200" dirty="0"/>
        </a:p>
        <a:p>
          <a:pPr marL="228600" lvl="2" indent="-114300" algn="l" defTabSz="666750" rtl="0" eaLnBrk="1" latinLnBrk="1" hangingPunct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sz="1500" kern="1200"/>
            <a:t>평균적인 경우에는 어떻게 동작하는가</a:t>
          </a:r>
          <a:r>
            <a:rPr lang="en-US" sz="1500" kern="1200"/>
            <a:t>? (Average-case Analysis, Randomized Input)</a:t>
          </a:r>
          <a:endParaRPr lang="ko-KR" sz="1500" kern="1200"/>
        </a:p>
        <a:p>
          <a:pPr marL="228600" lvl="2" indent="-114300" algn="l" defTabSz="666750" rtl="0" eaLnBrk="1" latinLnBrk="1" hangingPunct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sz="1500" kern="1200"/>
            <a:t>전체적인 동작 시간 속에서 단위 동작은 어떤가</a:t>
          </a:r>
          <a:r>
            <a:rPr lang="en-US" sz="1500" kern="1200"/>
            <a:t>? (Amortized Analysis)</a:t>
          </a:r>
          <a:endParaRPr lang="ko-KR" sz="1500" kern="1200"/>
        </a:p>
      </dsp:txBody>
      <dsp:txXfrm>
        <a:off x="0" y="625297"/>
        <a:ext cx="9720071" cy="2084490"/>
      </dsp:txXfrm>
    </dsp:sp>
    <dsp:sp modelId="{12B83B7C-D244-422F-838E-F4AECFA273EA}">
      <dsp:nvSpPr>
        <dsp:cNvPr id="0" name=""/>
        <dsp:cNvSpPr/>
      </dsp:nvSpPr>
      <dsp:spPr>
        <a:xfrm>
          <a:off x="0" y="2709787"/>
          <a:ext cx="9720071" cy="58457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 rtl="0" eaLnBrk="1" latinLnBrk="1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900" kern="1200"/>
            <a:t>공학적 특징</a:t>
          </a:r>
        </a:p>
      </dsp:txBody>
      <dsp:txXfrm>
        <a:off x="28537" y="2738324"/>
        <a:ext cx="9662997" cy="527505"/>
      </dsp:txXfrm>
    </dsp:sp>
    <dsp:sp modelId="{4E9EE82A-37CA-4DD6-87FB-6E5493A47EEE}">
      <dsp:nvSpPr>
        <dsp:cNvPr id="0" name=""/>
        <dsp:cNvSpPr/>
      </dsp:nvSpPr>
      <dsp:spPr>
        <a:xfrm>
          <a:off x="0" y="3294367"/>
          <a:ext cx="9720071" cy="6882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8612" tIns="24130" rIns="135128" bIns="24130" numCol="1" spcCol="1270" anchor="t" anchorCtr="0">
          <a:noAutofit/>
        </a:bodyPr>
        <a:lstStyle/>
        <a:p>
          <a:pPr marL="114300" lvl="1" indent="-114300" algn="l" defTabSz="666750" rtl="0" eaLnBrk="1" latinLnBrk="1" hangingPunct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sz="1500" kern="1200"/>
            <a:t>알고리즘을 어떻게 구현할 것인가</a:t>
          </a:r>
          <a:r>
            <a:rPr lang="en-US" sz="1500" kern="1200"/>
            <a:t>? (Implementation)</a:t>
          </a:r>
          <a:endParaRPr lang="ko-KR" sz="1500" kern="1200"/>
        </a:p>
        <a:p>
          <a:pPr marL="114300" lvl="1" indent="-114300" algn="l" defTabSz="666750" rtl="0" eaLnBrk="1" latinLnBrk="1" hangingPunct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sz="1500" kern="1200"/>
            <a:t>단위 동작 시간을 어떻게 줄일까</a:t>
          </a:r>
          <a:r>
            <a:rPr lang="en-US" sz="1500" kern="1200"/>
            <a:t>? </a:t>
          </a:r>
          <a:r>
            <a:rPr lang="ko-KR" sz="1500" kern="1200"/>
            <a:t>단위 동작의 횟수를 어떻게 줄일까</a:t>
          </a:r>
          <a:r>
            <a:rPr lang="en-US" sz="1500" kern="1200"/>
            <a:t>? (Hueristics)</a:t>
          </a:r>
          <a:endParaRPr lang="ko-KR" sz="1500" kern="1200"/>
        </a:p>
      </dsp:txBody>
      <dsp:txXfrm>
        <a:off x="0" y="3294367"/>
        <a:ext cx="9720071" cy="68827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C5CD14-0F02-4F3C-9317-F0FD34ECCF6A}">
      <dsp:nvSpPr>
        <dsp:cNvPr id="0" name=""/>
        <dsp:cNvSpPr/>
      </dsp:nvSpPr>
      <dsp:spPr>
        <a:xfrm>
          <a:off x="0" y="491"/>
          <a:ext cx="9720071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0D0190-2D50-44BC-BF08-22136F9282B5}">
      <dsp:nvSpPr>
        <dsp:cNvPr id="0" name=""/>
        <dsp:cNvSpPr/>
      </dsp:nvSpPr>
      <dsp:spPr>
        <a:xfrm>
          <a:off x="0" y="491"/>
          <a:ext cx="9720071" cy="8044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 rtl="0" eaLnBrk="1" latinLnBrk="1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2900" kern="1200" dirty="0"/>
            <a:t>양성봉 교수님의 순서를 따릅니다</a:t>
          </a:r>
          <a:r>
            <a:rPr lang="en-US" sz="2900" kern="1200" dirty="0"/>
            <a:t>.</a:t>
          </a:r>
          <a:endParaRPr lang="ko-KR" sz="2900" kern="1200" dirty="0"/>
        </a:p>
      </dsp:txBody>
      <dsp:txXfrm>
        <a:off x="0" y="491"/>
        <a:ext cx="9720071" cy="804475"/>
      </dsp:txXfrm>
    </dsp:sp>
    <dsp:sp modelId="{9606FB6C-009F-4827-9A9D-AD0121374FBC}">
      <dsp:nvSpPr>
        <dsp:cNvPr id="0" name=""/>
        <dsp:cNvSpPr/>
      </dsp:nvSpPr>
      <dsp:spPr>
        <a:xfrm>
          <a:off x="0" y="804966"/>
          <a:ext cx="9720071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5FAA2A-8923-476A-9B7D-8875ABAD0310}">
      <dsp:nvSpPr>
        <dsp:cNvPr id="0" name=""/>
        <dsp:cNvSpPr/>
      </dsp:nvSpPr>
      <dsp:spPr>
        <a:xfrm>
          <a:off x="0" y="804966"/>
          <a:ext cx="9720071" cy="8044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 rtl="0" eaLnBrk="1" latinLnBrk="1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2900" kern="1200"/>
            <a:t>알고리즘의 직관적인 이해를 가장 우선시 합니다</a:t>
          </a:r>
          <a:r>
            <a:rPr lang="en-US" sz="2900" kern="1200"/>
            <a:t>.</a:t>
          </a:r>
          <a:endParaRPr lang="ko-KR" sz="2900" kern="1200"/>
        </a:p>
      </dsp:txBody>
      <dsp:txXfrm>
        <a:off x="0" y="804966"/>
        <a:ext cx="9720071" cy="804475"/>
      </dsp:txXfrm>
    </dsp:sp>
    <dsp:sp modelId="{DB9E6A79-33D3-4400-81E7-6C59CACF296B}">
      <dsp:nvSpPr>
        <dsp:cNvPr id="0" name=""/>
        <dsp:cNvSpPr/>
      </dsp:nvSpPr>
      <dsp:spPr>
        <a:xfrm>
          <a:off x="0" y="1609442"/>
          <a:ext cx="9720071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85315A-3772-4ACA-A764-A211D8338FC7}">
      <dsp:nvSpPr>
        <dsp:cNvPr id="0" name=""/>
        <dsp:cNvSpPr/>
      </dsp:nvSpPr>
      <dsp:spPr>
        <a:xfrm>
          <a:off x="0" y="1609442"/>
          <a:ext cx="9720071" cy="8044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 rtl="0" eaLnBrk="1" latinLnBrk="1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2900" kern="1200"/>
            <a:t>엄밀한 수학적 증명도 함께 다룹니다</a:t>
          </a:r>
          <a:r>
            <a:rPr lang="en-US" sz="2900" kern="1200"/>
            <a:t>.</a:t>
          </a:r>
          <a:endParaRPr lang="ko-KR" sz="2900" kern="1200"/>
        </a:p>
      </dsp:txBody>
      <dsp:txXfrm>
        <a:off x="0" y="1609442"/>
        <a:ext cx="9720071" cy="804475"/>
      </dsp:txXfrm>
    </dsp:sp>
    <dsp:sp modelId="{B9E614B0-C0D2-434E-8F83-52ED865FE18C}">
      <dsp:nvSpPr>
        <dsp:cNvPr id="0" name=""/>
        <dsp:cNvSpPr/>
      </dsp:nvSpPr>
      <dsp:spPr>
        <a:xfrm>
          <a:off x="0" y="2413917"/>
          <a:ext cx="9720071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D60782-EEE1-458A-8448-1A3AB201D806}">
      <dsp:nvSpPr>
        <dsp:cNvPr id="0" name=""/>
        <dsp:cNvSpPr/>
      </dsp:nvSpPr>
      <dsp:spPr>
        <a:xfrm>
          <a:off x="0" y="2413917"/>
          <a:ext cx="9720071" cy="8044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 rtl="0" eaLnBrk="1" latinLnBrk="1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2900" kern="1200"/>
            <a:t>알고리즘의 구현은 다루지 않습니다</a:t>
          </a:r>
          <a:r>
            <a:rPr lang="en-US" sz="2900" kern="1200"/>
            <a:t>.</a:t>
          </a:r>
          <a:endParaRPr lang="ko-KR" sz="2900" kern="1200"/>
        </a:p>
      </dsp:txBody>
      <dsp:txXfrm>
        <a:off x="0" y="2413917"/>
        <a:ext cx="9720071" cy="804475"/>
      </dsp:txXfrm>
    </dsp:sp>
    <dsp:sp modelId="{63A6E785-A8F8-4077-9CE0-A03104F40126}">
      <dsp:nvSpPr>
        <dsp:cNvPr id="0" name=""/>
        <dsp:cNvSpPr/>
      </dsp:nvSpPr>
      <dsp:spPr>
        <a:xfrm>
          <a:off x="0" y="3218393"/>
          <a:ext cx="9720071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6A68AF-FD85-4144-AD43-5ABDB4DB26C3}">
      <dsp:nvSpPr>
        <dsp:cNvPr id="0" name=""/>
        <dsp:cNvSpPr/>
      </dsp:nvSpPr>
      <dsp:spPr>
        <a:xfrm>
          <a:off x="0" y="3218393"/>
          <a:ext cx="9720071" cy="8044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 rtl="0" eaLnBrk="1" latinLnBrk="1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900" kern="1200"/>
            <a:t>여러분의 적극적인 참여가 더욱 의미 있는 튜터링을 만듭니다</a:t>
          </a:r>
        </a:p>
      </dsp:txBody>
      <dsp:txXfrm>
        <a:off x="0" y="3218393"/>
        <a:ext cx="9720071" cy="8044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equation1">
  <dgm:title val=""/>
  <dgm:desc val=""/>
  <dgm:catLst>
    <dgm:cat type="relationship" pri="17000"/>
    <dgm:cat type="process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choose name="Name0">
      <dgm:if name="Name1" func="var" arg="dir" op="equ" val="norm">
        <dgm:alg type="lin">
          <dgm:param type="fallback" val="2D"/>
        </dgm:alg>
      </dgm:if>
      <dgm:else name="Name2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fact="0.58"/>
      <dgm:constr type="primFontSz" for="ch" ptType="node" op="equ" val="65"/>
      <dgm:constr type="primFontSz" for="ch" ptType="sibTrans" op="equ" val="55"/>
      <dgm:constr type="primFontSz" for="ch" ptType="sibTrans" refType="primFontSz" refFor="ch" refPtType="node" op="lte" fact="0.8"/>
      <dgm:constr type="w" for="ch" forName="spacerL" refType="w" refFor="ch" refPtType="sibTrans" fact="0.14"/>
      <dgm:constr type="w" for="ch" forName="spacerR" refType="w" refFor="ch" refPtType="sibTrans" fact="0.14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pacerL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ibTrans">
          <dgm:alg type="tx"/>
          <dgm:choose name="Name3">
            <dgm:if name="Name4" axis="followSib" ptType="sibTrans" func="cnt" op="equ" val="0">
              <dgm:shape xmlns:r="http://schemas.openxmlformats.org/officeDocument/2006/relationships" type="mathEqual" r:blip="">
                <dgm:adjLst/>
              </dgm:shape>
            </dgm:if>
            <dgm:else name="Name5">
              <dgm:shape xmlns:r="http://schemas.openxmlformats.org/officeDocument/2006/relationships" type="mathPlus" r:blip="">
                <dgm:adjLst/>
              </dgm:shape>
            </dgm:else>
          </dgm:choose>
          <dgm:presOf axis="self"/>
          <dgm:constrLst>
            <dgm:constr type="h" refType="w"/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  <dgm:layoutNode name="spacerR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24" y="8"/>
            <a:ext cx="12191978" cy="4571994"/>
          </a:xfrm>
          <a:custGeom>
            <a:avLst/>
            <a:gdLst/>
            <a:ahLst/>
            <a:cxnLst/>
            <a:rect l="l" t="t" r="r" b="b"/>
            <a:pathLst>
              <a:path w="12191978" h="4571994">
                <a:moveTo>
                  <a:pt x="1" y="4316129"/>
                </a:moveTo>
                <a:lnTo>
                  <a:pt x="255863" y="4571991"/>
                </a:lnTo>
                <a:lnTo>
                  <a:pt x="203619" y="4571991"/>
                </a:lnTo>
                <a:lnTo>
                  <a:pt x="1" y="4368373"/>
                </a:lnTo>
                <a:close/>
                <a:moveTo>
                  <a:pt x="12191973" y="4312831"/>
                </a:moveTo>
                <a:lnTo>
                  <a:pt x="12191972" y="4365076"/>
                </a:lnTo>
                <a:lnTo>
                  <a:pt x="11985055" y="4571992"/>
                </a:lnTo>
                <a:lnTo>
                  <a:pt x="11932811" y="4571993"/>
                </a:lnTo>
                <a:close/>
                <a:moveTo>
                  <a:pt x="11817249" y="4076816"/>
                </a:moveTo>
                <a:lnTo>
                  <a:pt x="11928074" y="4076816"/>
                </a:lnTo>
                <a:lnTo>
                  <a:pt x="11928074" y="4187641"/>
                </a:lnTo>
                <a:lnTo>
                  <a:pt x="11817249" y="4187641"/>
                </a:lnTo>
                <a:close/>
                <a:moveTo>
                  <a:pt x="10766437" y="4076816"/>
                </a:moveTo>
                <a:lnTo>
                  <a:pt x="10877262" y="4076816"/>
                </a:lnTo>
                <a:lnTo>
                  <a:pt x="10877262" y="4187641"/>
                </a:lnTo>
                <a:lnTo>
                  <a:pt x="10766437" y="4187641"/>
                </a:lnTo>
                <a:close/>
                <a:moveTo>
                  <a:pt x="9715629" y="4076816"/>
                </a:moveTo>
                <a:lnTo>
                  <a:pt x="9826454" y="4076816"/>
                </a:lnTo>
                <a:lnTo>
                  <a:pt x="9826454" y="4187641"/>
                </a:lnTo>
                <a:lnTo>
                  <a:pt x="9715629" y="4187641"/>
                </a:lnTo>
                <a:close/>
                <a:moveTo>
                  <a:pt x="8664821" y="4076816"/>
                </a:moveTo>
                <a:lnTo>
                  <a:pt x="8775646" y="4076816"/>
                </a:lnTo>
                <a:lnTo>
                  <a:pt x="8775646" y="4187641"/>
                </a:lnTo>
                <a:lnTo>
                  <a:pt x="8664821" y="4187641"/>
                </a:lnTo>
                <a:close/>
                <a:moveTo>
                  <a:pt x="7614013" y="4076816"/>
                </a:moveTo>
                <a:lnTo>
                  <a:pt x="7724838" y="4076816"/>
                </a:lnTo>
                <a:lnTo>
                  <a:pt x="7724838" y="4187641"/>
                </a:lnTo>
                <a:lnTo>
                  <a:pt x="7614013" y="4187641"/>
                </a:lnTo>
                <a:close/>
                <a:moveTo>
                  <a:pt x="6563205" y="4076816"/>
                </a:moveTo>
                <a:lnTo>
                  <a:pt x="6674030" y="4076816"/>
                </a:lnTo>
                <a:lnTo>
                  <a:pt x="6674030" y="4187641"/>
                </a:lnTo>
                <a:lnTo>
                  <a:pt x="6563205" y="4187641"/>
                </a:lnTo>
                <a:close/>
                <a:moveTo>
                  <a:pt x="5512397" y="4076816"/>
                </a:moveTo>
                <a:lnTo>
                  <a:pt x="5623222" y="4076816"/>
                </a:lnTo>
                <a:lnTo>
                  <a:pt x="5623222" y="4187641"/>
                </a:lnTo>
                <a:lnTo>
                  <a:pt x="5512397" y="4187641"/>
                </a:lnTo>
                <a:close/>
                <a:moveTo>
                  <a:pt x="4461589" y="4076816"/>
                </a:moveTo>
                <a:lnTo>
                  <a:pt x="4572414" y="4076816"/>
                </a:lnTo>
                <a:lnTo>
                  <a:pt x="4572414" y="4187641"/>
                </a:lnTo>
                <a:lnTo>
                  <a:pt x="4461589" y="4187641"/>
                </a:lnTo>
                <a:close/>
                <a:moveTo>
                  <a:pt x="3410782" y="4076816"/>
                </a:moveTo>
                <a:lnTo>
                  <a:pt x="3521608" y="4076816"/>
                </a:lnTo>
                <a:lnTo>
                  <a:pt x="3521608" y="4187641"/>
                </a:lnTo>
                <a:lnTo>
                  <a:pt x="3410782" y="4187641"/>
                </a:lnTo>
                <a:close/>
                <a:moveTo>
                  <a:pt x="2359975" y="4076816"/>
                </a:moveTo>
                <a:lnTo>
                  <a:pt x="2470800" y="4076816"/>
                </a:lnTo>
                <a:lnTo>
                  <a:pt x="2470800" y="4187641"/>
                </a:lnTo>
                <a:lnTo>
                  <a:pt x="2359975" y="4187641"/>
                </a:lnTo>
                <a:close/>
                <a:moveTo>
                  <a:pt x="1309167" y="4076816"/>
                </a:moveTo>
                <a:lnTo>
                  <a:pt x="1419992" y="4076816"/>
                </a:lnTo>
                <a:lnTo>
                  <a:pt x="1419992" y="4187641"/>
                </a:lnTo>
                <a:lnTo>
                  <a:pt x="1309167" y="4187641"/>
                </a:lnTo>
                <a:close/>
                <a:moveTo>
                  <a:pt x="258359" y="4076816"/>
                </a:moveTo>
                <a:lnTo>
                  <a:pt x="369184" y="4076816"/>
                </a:lnTo>
                <a:lnTo>
                  <a:pt x="369184" y="4187641"/>
                </a:lnTo>
                <a:lnTo>
                  <a:pt x="258359" y="4187641"/>
                </a:lnTo>
                <a:close/>
                <a:moveTo>
                  <a:pt x="11291841" y="3551209"/>
                </a:moveTo>
                <a:lnTo>
                  <a:pt x="11402666" y="3551209"/>
                </a:lnTo>
                <a:lnTo>
                  <a:pt x="11402666" y="3662034"/>
                </a:lnTo>
                <a:lnTo>
                  <a:pt x="11291841" y="3662034"/>
                </a:lnTo>
                <a:close/>
                <a:moveTo>
                  <a:pt x="10241033" y="3551209"/>
                </a:moveTo>
                <a:lnTo>
                  <a:pt x="10351858" y="3551209"/>
                </a:lnTo>
                <a:lnTo>
                  <a:pt x="10351858" y="3662034"/>
                </a:lnTo>
                <a:lnTo>
                  <a:pt x="10241033" y="3662034"/>
                </a:lnTo>
                <a:close/>
                <a:moveTo>
                  <a:pt x="9190225" y="3551209"/>
                </a:moveTo>
                <a:lnTo>
                  <a:pt x="9301050" y="3551209"/>
                </a:lnTo>
                <a:lnTo>
                  <a:pt x="9301050" y="3662034"/>
                </a:lnTo>
                <a:lnTo>
                  <a:pt x="9190225" y="3662034"/>
                </a:lnTo>
                <a:close/>
                <a:moveTo>
                  <a:pt x="8139417" y="3551209"/>
                </a:moveTo>
                <a:lnTo>
                  <a:pt x="8250242" y="3551209"/>
                </a:lnTo>
                <a:lnTo>
                  <a:pt x="8250242" y="3662034"/>
                </a:lnTo>
                <a:lnTo>
                  <a:pt x="8139417" y="3662034"/>
                </a:lnTo>
                <a:close/>
                <a:moveTo>
                  <a:pt x="7088609" y="3551209"/>
                </a:moveTo>
                <a:lnTo>
                  <a:pt x="7199434" y="3551209"/>
                </a:lnTo>
                <a:lnTo>
                  <a:pt x="7199434" y="3662034"/>
                </a:lnTo>
                <a:lnTo>
                  <a:pt x="7088609" y="3662034"/>
                </a:lnTo>
                <a:close/>
                <a:moveTo>
                  <a:pt x="6037801" y="3551209"/>
                </a:moveTo>
                <a:lnTo>
                  <a:pt x="6148626" y="3551209"/>
                </a:lnTo>
                <a:lnTo>
                  <a:pt x="6148626" y="3662034"/>
                </a:lnTo>
                <a:lnTo>
                  <a:pt x="6037801" y="3662034"/>
                </a:lnTo>
                <a:close/>
                <a:moveTo>
                  <a:pt x="4986998" y="3551209"/>
                </a:moveTo>
                <a:lnTo>
                  <a:pt x="5097826" y="3551209"/>
                </a:lnTo>
                <a:lnTo>
                  <a:pt x="5097826" y="3662034"/>
                </a:lnTo>
                <a:lnTo>
                  <a:pt x="4986998" y="3662034"/>
                </a:lnTo>
                <a:close/>
                <a:moveTo>
                  <a:pt x="3936196" y="3551209"/>
                </a:moveTo>
                <a:lnTo>
                  <a:pt x="4047020" y="3551209"/>
                </a:lnTo>
                <a:lnTo>
                  <a:pt x="4047020" y="3662034"/>
                </a:lnTo>
                <a:lnTo>
                  <a:pt x="3936196" y="3662034"/>
                </a:lnTo>
                <a:close/>
                <a:moveTo>
                  <a:pt x="2885389" y="3551209"/>
                </a:moveTo>
                <a:lnTo>
                  <a:pt x="2996214" y="3551209"/>
                </a:lnTo>
                <a:lnTo>
                  <a:pt x="2996214" y="3662034"/>
                </a:lnTo>
                <a:lnTo>
                  <a:pt x="2885389" y="3662034"/>
                </a:lnTo>
                <a:close/>
                <a:moveTo>
                  <a:pt x="1834579" y="3551209"/>
                </a:moveTo>
                <a:lnTo>
                  <a:pt x="1945404" y="3551209"/>
                </a:lnTo>
                <a:lnTo>
                  <a:pt x="1945404" y="3662034"/>
                </a:lnTo>
                <a:lnTo>
                  <a:pt x="1834579" y="3662034"/>
                </a:lnTo>
                <a:close/>
                <a:moveTo>
                  <a:pt x="783773" y="3551209"/>
                </a:moveTo>
                <a:lnTo>
                  <a:pt x="894598" y="3551209"/>
                </a:lnTo>
                <a:lnTo>
                  <a:pt x="894598" y="3662034"/>
                </a:lnTo>
                <a:lnTo>
                  <a:pt x="783773" y="3662034"/>
                </a:lnTo>
                <a:close/>
                <a:moveTo>
                  <a:pt x="2942310" y="3107960"/>
                </a:moveTo>
                <a:lnTo>
                  <a:pt x="2470811" y="3579460"/>
                </a:lnTo>
                <a:lnTo>
                  <a:pt x="2470811" y="3634896"/>
                </a:lnTo>
                <a:lnTo>
                  <a:pt x="2942311" y="4106397"/>
                </a:lnTo>
                <a:lnTo>
                  <a:pt x="3410794" y="3637915"/>
                </a:lnTo>
                <a:lnTo>
                  <a:pt x="3410794" y="3576442"/>
                </a:lnTo>
                <a:close/>
                <a:moveTo>
                  <a:pt x="840944" y="3107960"/>
                </a:moveTo>
                <a:lnTo>
                  <a:pt x="369194" y="3579710"/>
                </a:lnTo>
                <a:lnTo>
                  <a:pt x="369194" y="3634648"/>
                </a:lnTo>
                <a:lnTo>
                  <a:pt x="840944" y="4106399"/>
                </a:lnTo>
                <a:lnTo>
                  <a:pt x="1309176" y="3638165"/>
                </a:lnTo>
                <a:lnTo>
                  <a:pt x="1309176" y="3576193"/>
                </a:lnTo>
                <a:close/>
                <a:moveTo>
                  <a:pt x="3992986" y="3107959"/>
                </a:moveTo>
                <a:lnTo>
                  <a:pt x="3521621" y="3579335"/>
                </a:lnTo>
                <a:lnTo>
                  <a:pt x="3521621" y="3635021"/>
                </a:lnTo>
                <a:lnTo>
                  <a:pt x="3992986" y="4106398"/>
                </a:lnTo>
                <a:lnTo>
                  <a:pt x="4461593" y="3637778"/>
                </a:lnTo>
                <a:lnTo>
                  <a:pt x="4461593" y="3576578"/>
                </a:lnTo>
                <a:close/>
                <a:moveTo>
                  <a:pt x="1891624" y="3107959"/>
                </a:moveTo>
                <a:lnTo>
                  <a:pt x="1420001" y="3579584"/>
                </a:lnTo>
                <a:lnTo>
                  <a:pt x="1420001" y="3634774"/>
                </a:lnTo>
                <a:lnTo>
                  <a:pt x="1891623" y="4106397"/>
                </a:lnTo>
                <a:lnTo>
                  <a:pt x="2359987" y="3638040"/>
                </a:lnTo>
                <a:lnTo>
                  <a:pt x="2359987" y="3576315"/>
                </a:lnTo>
                <a:close/>
                <a:moveTo>
                  <a:pt x="8195689" y="3107959"/>
                </a:moveTo>
                <a:lnTo>
                  <a:pt x="7724838" y="3578810"/>
                </a:lnTo>
                <a:lnTo>
                  <a:pt x="7724838" y="3635541"/>
                </a:lnTo>
                <a:lnTo>
                  <a:pt x="8195691" y="4106395"/>
                </a:lnTo>
                <a:lnTo>
                  <a:pt x="8664821" y="3637265"/>
                </a:lnTo>
                <a:lnTo>
                  <a:pt x="8664821" y="3577091"/>
                </a:lnTo>
                <a:close/>
                <a:moveTo>
                  <a:pt x="5043664" y="3107959"/>
                </a:moveTo>
                <a:lnTo>
                  <a:pt x="4572419" y="3579197"/>
                </a:lnTo>
                <a:lnTo>
                  <a:pt x="4572419" y="3635159"/>
                </a:lnTo>
                <a:lnTo>
                  <a:pt x="5043662" y="4106396"/>
                </a:lnTo>
                <a:lnTo>
                  <a:pt x="5512402" y="3637650"/>
                </a:lnTo>
                <a:lnTo>
                  <a:pt x="5512402" y="3576704"/>
                </a:lnTo>
                <a:close/>
                <a:moveTo>
                  <a:pt x="6094326" y="3107958"/>
                </a:moveTo>
                <a:lnTo>
                  <a:pt x="5623226" y="3579070"/>
                </a:lnTo>
                <a:lnTo>
                  <a:pt x="5623226" y="3635285"/>
                </a:lnTo>
                <a:lnTo>
                  <a:pt x="6094326" y="4106397"/>
                </a:lnTo>
                <a:lnTo>
                  <a:pt x="6563205" y="3637518"/>
                </a:lnTo>
                <a:lnTo>
                  <a:pt x="6563205" y="3576837"/>
                </a:lnTo>
                <a:close/>
                <a:moveTo>
                  <a:pt x="9246372" y="3107957"/>
                </a:moveTo>
                <a:lnTo>
                  <a:pt x="8775646" y="3578683"/>
                </a:lnTo>
                <a:lnTo>
                  <a:pt x="8775646" y="3635671"/>
                </a:lnTo>
                <a:lnTo>
                  <a:pt x="9246369" y="4106395"/>
                </a:lnTo>
                <a:lnTo>
                  <a:pt x="9715629" y="3637135"/>
                </a:lnTo>
                <a:lnTo>
                  <a:pt x="9715629" y="3577215"/>
                </a:lnTo>
                <a:close/>
                <a:moveTo>
                  <a:pt x="7145009" y="3107957"/>
                </a:moveTo>
                <a:lnTo>
                  <a:pt x="6674030" y="3578936"/>
                </a:lnTo>
                <a:lnTo>
                  <a:pt x="6674030" y="3635418"/>
                </a:lnTo>
                <a:lnTo>
                  <a:pt x="7145007" y="4106396"/>
                </a:lnTo>
                <a:lnTo>
                  <a:pt x="7614013" y="3637390"/>
                </a:lnTo>
                <a:lnTo>
                  <a:pt x="7614013" y="3576961"/>
                </a:lnTo>
                <a:close/>
                <a:moveTo>
                  <a:pt x="11347734" y="3107957"/>
                </a:moveTo>
                <a:lnTo>
                  <a:pt x="10877262" y="3578428"/>
                </a:lnTo>
                <a:lnTo>
                  <a:pt x="10877262" y="3635922"/>
                </a:lnTo>
                <a:lnTo>
                  <a:pt x="11347735" y="4106396"/>
                </a:lnTo>
                <a:lnTo>
                  <a:pt x="11817249" y="3636882"/>
                </a:lnTo>
                <a:lnTo>
                  <a:pt x="11817249" y="3577472"/>
                </a:lnTo>
                <a:close/>
                <a:moveTo>
                  <a:pt x="10297053" y="3107955"/>
                </a:moveTo>
                <a:lnTo>
                  <a:pt x="9826454" y="3578554"/>
                </a:lnTo>
                <a:lnTo>
                  <a:pt x="9826454" y="3635794"/>
                </a:lnTo>
                <a:lnTo>
                  <a:pt x="10297054" y="4106394"/>
                </a:lnTo>
                <a:lnTo>
                  <a:pt x="10766437" y="3637011"/>
                </a:lnTo>
                <a:lnTo>
                  <a:pt x="10766437" y="3577339"/>
                </a:lnTo>
                <a:close/>
                <a:moveTo>
                  <a:pt x="11817249" y="3027334"/>
                </a:moveTo>
                <a:lnTo>
                  <a:pt x="11928074" y="3027334"/>
                </a:lnTo>
                <a:lnTo>
                  <a:pt x="11928074" y="3138159"/>
                </a:lnTo>
                <a:lnTo>
                  <a:pt x="11817249" y="3138159"/>
                </a:lnTo>
                <a:close/>
                <a:moveTo>
                  <a:pt x="10766437" y="3027334"/>
                </a:moveTo>
                <a:lnTo>
                  <a:pt x="10877262" y="3027334"/>
                </a:lnTo>
                <a:lnTo>
                  <a:pt x="10877262" y="3138159"/>
                </a:lnTo>
                <a:lnTo>
                  <a:pt x="10766437" y="3138159"/>
                </a:lnTo>
                <a:close/>
                <a:moveTo>
                  <a:pt x="9715629" y="3027334"/>
                </a:moveTo>
                <a:lnTo>
                  <a:pt x="9826454" y="3027334"/>
                </a:lnTo>
                <a:lnTo>
                  <a:pt x="9826454" y="3138159"/>
                </a:lnTo>
                <a:lnTo>
                  <a:pt x="9715629" y="3138159"/>
                </a:lnTo>
                <a:close/>
                <a:moveTo>
                  <a:pt x="8664821" y="3027334"/>
                </a:moveTo>
                <a:lnTo>
                  <a:pt x="8775646" y="3027334"/>
                </a:lnTo>
                <a:lnTo>
                  <a:pt x="8775646" y="3138159"/>
                </a:lnTo>
                <a:lnTo>
                  <a:pt x="8664821" y="3138159"/>
                </a:lnTo>
                <a:close/>
                <a:moveTo>
                  <a:pt x="7614013" y="3027334"/>
                </a:moveTo>
                <a:lnTo>
                  <a:pt x="7724838" y="3027334"/>
                </a:lnTo>
                <a:lnTo>
                  <a:pt x="7724838" y="3138159"/>
                </a:lnTo>
                <a:lnTo>
                  <a:pt x="7614013" y="3138159"/>
                </a:lnTo>
                <a:close/>
                <a:moveTo>
                  <a:pt x="6563205" y="3027334"/>
                </a:moveTo>
                <a:lnTo>
                  <a:pt x="6674030" y="3027334"/>
                </a:lnTo>
                <a:lnTo>
                  <a:pt x="6674030" y="3138159"/>
                </a:lnTo>
                <a:lnTo>
                  <a:pt x="6563205" y="3138159"/>
                </a:lnTo>
                <a:close/>
                <a:moveTo>
                  <a:pt x="5512400" y="3027334"/>
                </a:moveTo>
                <a:lnTo>
                  <a:pt x="5623225" y="3027334"/>
                </a:lnTo>
                <a:lnTo>
                  <a:pt x="5623225" y="3138159"/>
                </a:lnTo>
                <a:lnTo>
                  <a:pt x="5512400" y="3138159"/>
                </a:lnTo>
                <a:close/>
                <a:moveTo>
                  <a:pt x="4461592" y="3027334"/>
                </a:moveTo>
                <a:lnTo>
                  <a:pt x="4572417" y="3027334"/>
                </a:lnTo>
                <a:lnTo>
                  <a:pt x="4572417" y="3138159"/>
                </a:lnTo>
                <a:lnTo>
                  <a:pt x="4461592" y="3138159"/>
                </a:lnTo>
                <a:close/>
                <a:moveTo>
                  <a:pt x="3410790" y="3027334"/>
                </a:moveTo>
                <a:lnTo>
                  <a:pt x="3521616" y="3027334"/>
                </a:lnTo>
                <a:lnTo>
                  <a:pt x="3521616" y="3138159"/>
                </a:lnTo>
                <a:lnTo>
                  <a:pt x="3410790" y="3138159"/>
                </a:lnTo>
                <a:close/>
                <a:moveTo>
                  <a:pt x="2359982" y="3027334"/>
                </a:moveTo>
                <a:lnTo>
                  <a:pt x="2470807" y="3027334"/>
                </a:lnTo>
                <a:lnTo>
                  <a:pt x="2470807" y="3138159"/>
                </a:lnTo>
                <a:lnTo>
                  <a:pt x="2359982" y="3138159"/>
                </a:lnTo>
                <a:close/>
                <a:moveTo>
                  <a:pt x="1309173" y="3027334"/>
                </a:moveTo>
                <a:lnTo>
                  <a:pt x="1419997" y="3027334"/>
                </a:lnTo>
                <a:lnTo>
                  <a:pt x="1419997" y="3138159"/>
                </a:lnTo>
                <a:lnTo>
                  <a:pt x="1309173" y="3138159"/>
                </a:lnTo>
                <a:close/>
                <a:moveTo>
                  <a:pt x="258365" y="3027334"/>
                </a:moveTo>
                <a:lnTo>
                  <a:pt x="369190" y="3027334"/>
                </a:lnTo>
                <a:lnTo>
                  <a:pt x="369190" y="3138159"/>
                </a:lnTo>
                <a:lnTo>
                  <a:pt x="258365" y="3138159"/>
                </a:lnTo>
                <a:close/>
                <a:moveTo>
                  <a:pt x="10794114" y="2610895"/>
                </a:moveTo>
                <a:lnTo>
                  <a:pt x="10323174" y="3081834"/>
                </a:lnTo>
                <a:lnTo>
                  <a:pt x="10792548" y="3551209"/>
                </a:lnTo>
                <a:lnTo>
                  <a:pt x="10852239" y="3551209"/>
                </a:lnTo>
                <a:lnTo>
                  <a:pt x="11321612" y="3081835"/>
                </a:lnTo>
                <a:lnTo>
                  <a:pt x="10850672" y="2610895"/>
                </a:lnTo>
                <a:close/>
                <a:moveTo>
                  <a:pt x="9743434" y="2610895"/>
                </a:moveTo>
                <a:lnTo>
                  <a:pt x="9272494" y="3081834"/>
                </a:lnTo>
                <a:lnTo>
                  <a:pt x="9741869" y="3551209"/>
                </a:lnTo>
                <a:lnTo>
                  <a:pt x="9801555" y="3551209"/>
                </a:lnTo>
                <a:lnTo>
                  <a:pt x="10270931" y="3081833"/>
                </a:lnTo>
                <a:lnTo>
                  <a:pt x="9799992" y="2610895"/>
                </a:lnTo>
                <a:close/>
                <a:moveTo>
                  <a:pt x="8692754" y="2610895"/>
                </a:moveTo>
                <a:lnTo>
                  <a:pt x="8221811" y="3081837"/>
                </a:lnTo>
                <a:lnTo>
                  <a:pt x="8691183" y="3551209"/>
                </a:lnTo>
                <a:lnTo>
                  <a:pt x="8750876" y="3551209"/>
                </a:lnTo>
                <a:lnTo>
                  <a:pt x="9220250" y="3081835"/>
                </a:lnTo>
                <a:lnTo>
                  <a:pt x="8749310" y="2610895"/>
                </a:lnTo>
                <a:close/>
                <a:moveTo>
                  <a:pt x="7642070" y="2610895"/>
                </a:moveTo>
                <a:lnTo>
                  <a:pt x="7171131" y="3081835"/>
                </a:lnTo>
                <a:lnTo>
                  <a:pt x="7640505" y="3551209"/>
                </a:lnTo>
                <a:lnTo>
                  <a:pt x="7700194" y="3551209"/>
                </a:lnTo>
                <a:lnTo>
                  <a:pt x="8169567" y="3081836"/>
                </a:lnTo>
                <a:lnTo>
                  <a:pt x="7698625" y="2610895"/>
                </a:lnTo>
                <a:close/>
                <a:moveTo>
                  <a:pt x="6591389" y="2610895"/>
                </a:moveTo>
                <a:lnTo>
                  <a:pt x="6120448" y="3081836"/>
                </a:lnTo>
                <a:lnTo>
                  <a:pt x="6589820" y="3551209"/>
                </a:lnTo>
                <a:lnTo>
                  <a:pt x="6649514" y="3551209"/>
                </a:lnTo>
                <a:lnTo>
                  <a:pt x="7118887" y="3081836"/>
                </a:lnTo>
                <a:lnTo>
                  <a:pt x="6647947" y="2610895"/>
                </a:lnTo>
                <a:close/>
                <a:moveTo>
                  <a:pt x="5540722" y="2610895"/>
                </a:moveTo>
                <a:lnTo>
                  <a:pt x="5069790" y="3081837"/>
                </a:lnTo>
                <a:lnTo>
                  <a:pt x="5539152" y="3551209"/>
                </a:lnTo>
                <a:lnTo>
                  <a:pt x="5598843" y="3551209"/>
                </a:lnTo>
                <a:lnTo>
                  <a:pt x="6068204" y="3081836"/>
                </a:lnTo>
                <a:lnTo>
                  <a:pt x="5597274" y="2610895"/>
                </a:lnTo>
                <a:close/>
                <a:moveTo>
                  <a:pt x="4490039" y="2610895"/>
                </a:moveTo>
                <a:lnTo>
                  <a:pt x="4019108" y="3081837"/>
                </a:lnTo>
                <a:lnTo>
                  <a:pt x="4488467" y="3551209"/>
                </a:lnTo>
                <a:lnTo>
                  <a:pt x="4548162" y="3551209"/>
                </a:lnTo>
                <a:lnTo>
                  <a:pt x="5017539" y="3081837"/>
                </a:lnTo>
                <a:lnTo>
                  <a:pt x="4546591" y="2610895"/>
                </a:lnTo>
                <a:close/>
                <a:moveTo>
                  <a:pt x="3439377" y="2610895"/>
                </a:moveTo>
                <a:lnTo>
                  <a:pt x="2968431" y="3081838"/>
                </a:lnTo>
                <a:lnTo>
                  <a:pt x="3437805" y="3551209"/>
                </a:lnTo>
                <a:lnTo>
                  <a:pt x="3497502" y="3551209"/>
                </a:lnTo>
                <a:lnTo>
                  <a:pt x="3966864" y="3081837"/>
                </a:lnTo>
                <a:lnTo>
                  <a:pt x="3495931" y="2610895"/>
                </a:lnTo>
                <a:close/>
                <a:moveTo>
                  <a:pt x="2388695" y="2610895"/>
                </a:moveTo>
                <a:lnTo>
                  <a:pt x="1917746" y="3081837"/>
                </a:lnTo>
                <a:lnTo>
                  <a:pt x="2387125" y="3551209"/>
                </a:lnTo>
                <a:lnTo>
                  <a:pt x="2446819" y="3551209"/>
                </a:lnTo>
                <a:lnTo>
                  <a:pt x="2916188" y="3081838"/>
                </a:lnTo>
                <a:lnTo>
                  <a:pt x="2445246" y="2610895"/>
                </a:lnTo>
                <a:close/>
                <a:moveTo>
                  <a:pt x="1338007" y="2610895"/>
                </a:moveTo>
                <a:lnTo>
                  <a:pt x="867066" y="3081838"/>
                </a:lnTo>
                <a:lnTo>
                  <a:pt x="1336436" y="3551209"/>
                </a:lnTo>
                <a:lnTo>
                  <a:pt x="1396132" y="3551209"/>
                </a:lnTo>
                <a:lnTo>
                  <a:pt x="1865502" y="3081837"/>
                </a:lnTo>
                <a:lnTo>
                  <a:pt x="1394561" y="2610895"/>
                </a:lnTo>
                <a:close/>
                <a:moveTo>
                  <a:pt x="11291841" y="2500070"/>
                </a:moveTo>
                <a:lnTo>
                  <a:pt x="11402666" y="2500070"/>
                </a:lnTo>
                <a:lnTo>
                  <a:pt x="11402666" y="2610895"/>
                </a:lnTo>
                <a:lnTo>
                  <a:pt x="11291841" y="2610895"/>
                </a:lnTo>
                <a:close/>
                <a:moveTo>
                  <a:pt x="10241033" y="2500070"/>
                </a:moveTo>
                <a:lnTo>
                  <a:pt x="10351858" y="2500070"/>
                </a:lnTo>
                <a:lnTo>
                  <a:pt x="10351858" y="2610895"/>
                </a:lnTo>
                <a:lnTo>
                  <a:pt x="10241033" y="2610895"/>
                </a:lnTo>
                <a:close/>
                <a:moveTo>
                  <a:pt x="9190225" y="2500070"/>
                </a:moveTo>
                <a:lnTo>
                  <a:pt x="9301050" y="2500070"/>
                </a:lnTo>
                <a:lnTo>
                  <a:pt x="9301050" y="2610895"/>
                </a:lnTo>
                <a:lnTo>
                  <a:pt x="9190225" y="2610895"/>
                </a:lnTo>
                <a:close/>
                <a:moveTo>
                  <a:pt x="8139417" y="2500070"/>
                </a:moveTo>
                <a:lnTo>
                  <a:pt x="8250242" y="2500070"/>
                </a:lnTo>
                <a:lnTo>
                  <a:pt x="8250242" y="2610895"/>
                </a:lnTo>
                <a:lnTo>
                  <a:pt x="8139417" y="2610895"/>
                </a:lnTo>
                <a:close/>
                <a:moveTo>
                  <a:pt x="7088609" y="2500070"/>
                </a:moveTo>
                <a:lnTo>
                  <a:pt x="7199434" y="2500070"/>
                </a:lnTo>
                <a:lnTo>
                  <a:pt x="7199434" y="2610895"/>
                </a:lnTo>
                <a:lnTo>
                  <a:pt x="7088609" y="2610895"/>
                </a:lnTo>
                <a:close/>
                <a:moveTo>
                  <a:pt x="6037801" y="2500070"/>
                </a:moveTo>
                <a:lnTo>
                  <a:pt x="6148626" y="2500070"/>
                </a:lnTo>
                <a:lnTo>
                  <a:pt x="6148626" y="2610895"/>
                </a:lnTo>
                <a:lnTo>
                  <a:pt x="6037801" y="2610895"/>
                </a:lnTo>
                <a:close/>
                <a:moveTo>
                  <a:pt x="4987000" y="2500070"/>
                </a:moveTo>
                <a:lnTo>
                  <a:pt x="5097829" y="2500070"/>
                </a:lnTo>
                <a:lnTo>
                  <a:pt x="5097829" y="2610895"/>
                </a:lnTo>
                <a:lnTo>
                  <a:pt x="4987000" y="2610895"/>
                </a:lnTo>
                <a:close/>
                <a:moveTo>
                  <a:pt x="3936200" y="2500070"/>
                </a:moveTo>
                <a:lnTo>
                  <a:pt x="4047024" y="2500070"/>
                </a:lnTo>
                <a:lnTo>
                  <a:pt x="4047024" y="2610895"/>
                </a:lnTo>
                <a:lnTo>
                  <a:pt x="3936200" y="2610895"/>
                </a:lnTo>
                <a:close/>
                <a:moveTo>
                  <a:pt x="2885393" y="2500070"/>
                </a:moveTo>
                <a:lnTo>
                  <a:pt x="2996218" y="2500070"/>
                </a:lnTo>
                <a:lnTo>
                  <a:pt x="2996218" y="2610895"/>
                </a:lnTo>
                <a:lnTo>
                  <a:pt x="2885393" y="2610895"/>
                </a:lnTo>
                <a:close/>
                <a:moveTo>
                  <a:pt x="1834583" y="2500070"/>
                </a:moveTo>
                <a:lnTo>
                  <a:pt x="1945408" y="2500070"/>
                </a:lnTo>
                <a:lnTo>
                  <a:pt x="1945408" y="2610895"/>
                </a:lnTo>
                <a:lnTo>
                  <a:pt x="1834583" y="2610895"/>
                </a:lnTo>
                <a:close/>
                <a:moveTo>
                  <a:pt x="783777" y="2500070"/>
                </a:moveTo>
                <a:lnTo>
                  <a:pt x="894602" y="2500070"/>
                </a:lnTo>
                <a:lnTo>
                  <a:pt x="894602" y="2610895"/>
                </a:lnTo>
                <a:lnTo>
                  <a:pt x="783777" y="2610895"/>
                </a:lnTo>
                <a:close/>
                <a:moveTo>
                  <a:pt x="1891623" y="2057291"/>
                </a:moveTo>
                <a:lnTo>
                  <a:pt x="1420005" y="2528898"/>
                </a:lnTo>
                <a:lnTo>
                  <a:pt x="1420005" y="2584095"/>
                </a:lnTo>
                <a:lnTo>
                  <a:pt x="1891624" y="3055715"/>
                </a:lnTo>
                <a:lnTo>
                  <a:pt x="2359991" y="2587356"/>
                </a:lnTo>
                <a:lnTo>
                  <a:pt x="2359991" y="2525640"/>
                </a:lnTo>
                <a:close/>
                <a:moveTo>
                  <a:pt x="2942310" y="2057291"/>
                </a:moveTo>
                <a:lnTo>
                  <a:pt x="2470816" y="2528774"/>
                </a:lnTo>
                <a:lnTo>
                  <a:pt x="2470816" y="2584221"/>
                </a:lnTo>
                <a:lnTo>
                  <a:pt x="2942310" y="3055716"/>
                </a:lnTo>
                <a:lnTo>
                  <a:pt x="3410799" y="2587229"/>
                </a:lnTo>
                <a:lnTo>
                  <a:pt x="3410799" y="2525765"/>
                </a:lnTo>
                <a:close/>
                <a:moveTo>
                  <a:pt x="3992986" y="2057290"/>
                </a:moveTo>
                <a:lnTo>
                  <a:pt x="3521627" y="2528649"/>
                </a:lnTo>
                <a:lnTo>
                  <a:pt x="3521627" y="2584345"/>
                </a:lnTo>
                <a:lnTo>
                  <a:pt x="3992986" y="3055715"/>
                </a:lnTo>
                <a:lnTo>
                  <a:pt x="4461596" y="2587094"/>
                </a:lnTo>
                <a:lnTo>
                  <a:pt x="4461596" y="2525899"/>
                </a:lnTo>
                <a:close/>
                <a:moveTo>
                  <a:pt x="840944" y="2057289"/>
                </a:moveTo>
                <a:lnTo>
                  <a:pt x="369198" y="2529024"/>
                </a:lnTo>
                <a:lnTo>
                  <a:pt x="369198" y="2583969"/>
                </a:lnTo>
                <a:lnTo>
                  <a:pt x="840944" y="3055716"/>
                </a:lnTo>
                <a:lnTo>
                  <a:pt x="1309180" y="2587479"/>
                </a:lnTo>
                <a:lnTo>
                  <a:pt x="1309180" y="2525514"/>
                </a:lnTo>
                <a:close/>
                <a:moveTo>
                  <a:pt x="7145007" y="2057289"/>
                </a:moveTo>
                <a:lnTo>
                  <a:pt x="6674030" y="2528255"/>
                </a:lnTo>
                <a:lnTo>
                  <a:pt x="6674030" y="2584733"/>
                </a:lnTo>
                <a:lnTo>
                  <a:pt x="7145010" y="3055713"/>
                </a:lnTo>
                <a:lnTo>
                  <a:pt x="7614013" y="2586710"/>
                </a:lnTo>
                <a:lnTo>
                  <a:pt x="7614013" y="2526283"/>
                </a:lnTo>
                <a:close/>
                <a:moveTo>
                  <a:pt x="5043664" y="2057289"/>
                </a:moveTo>
                <a:lnTo>
                  <a:pt x="4572421" y="2528513"/>
                </a:lnTo>
                <a:lnTo>
                  <a:pt x="4572421" y="2584480"/>
                </a:lnTo>
                <a:lnTo>
                  <a:pt x="5043664" y="3055715"/>
                </a:lnTo>
                <a:lnTo>
                  <a:pt x="5512404" y="2586968"/>
                </a:lnTo>
                <a:lnTo>
                  <a:pt x="5512404" y="2526024"/>
                </a:lnTo>
                <a:close/>
                <a:moveTo>
                  <a:pt x="10297053" y="2057288"/>
                </a:moveTo>
                <a:lnTo>
                  <a:pt x="9826454" y="2527875"/>
                </a:lnTo>
                <a:lnTo>
                  <a:pt x="9826454" y="2585115"/>
                </a:lnTo>
                <a:lnTo>
                  <a:pt x="10297052" y="3055713"/>
                </a:lnTo>
                <a:lnTo>
                  <a:pt x="10766437" y="2586328"/>
                </a:lnTo>
                <a:lnTo>
                  <a:pt x="10766437" y="2526660"/>
                </a:lnTo>
                <a:close/>
                <a:moveTo>
                  <a:pt x="9246373" y="2057288"/>
                </a:moveTo>
                <a:lnTo>
                  <a:pt x="8775646" y="2528002"/>
                </a:lnTo>
                <a:lnTo>
                  <a:pt x="8775646" y="2584986"/>
                </a:lnTo>
                <a:lnTo>
                  <a:pt x="9246373" y="3055713"/>
                </a:lnTo>
                <a:lnTo>
                  <a:pt x="9715629" y="2586457"/>
                </a:lnTo>
                <a:lnTo>
                  <a:pt x="9715629" y="2526532"/>
                </a:lnTo>
                <a:close/>
                <a:moveTo>
                  <a:pt x="8195690" y="2057288"/>
                </a:moveTo>
                <a:lnTo>
                  <a:pt x="7724838" y="2528128"/>
                </a:lnTo>
                <a:lnTo>
                  <a:pt x="7724838" y="2584864"/>
                </a:lnTo>
                <a:lnTo>
                  <a:pt x="8195689" y="3055714"/>
                </a:lnTo>
                <a:lnTo>
                  <a:pt x="8664821" y="2586582"/>
                </a:lnTo>
                <a:lnTo>
                  <a:pt x="8664821" y="2526406"/>
                </a:lnTo>
                <a:close/>
                <a:moveTo>
                  <a:pt x="6094328" y="2057287"/>
                </a:moveTo>
                <a:lnTo>
                  <a:pt x="5623228" y="2528386"/>
                </a:lnTo>
                <a:lnTo>
                  <a:pt x="5623228" y="2584606"/>
                </a:lnTo>
                <a:lnTo>
                  <a:pt x="6094325" y="3055714"/>
                </a:lnTo>
                <a:lnTo>
                  <a:pt x="6563205" y="2586835"/>
                </a:lnTo>
                <a:lnTo>
                  <a:pt x="6563205" y="2526153"/>
                </a:lnTo>
                <a:close/>
                <a:moveTo>
                  <a:pt x="11347736" y="2057286"/>
                </a:moveTo>
                <a:lnTo>
                  <a:pt x="10877262" y="2527747"/>
                </a:lnTo>
                <a:lnTo>
                  <a:pt x="10877262" y="2585241"/>
                </a:lnTo>
                <a:lnTo>
                  <a:pt x="11347734" y="3055713"/>
                </a:lnTo>
                <a:lnTo>
                  <a:pt x="11817249" y="2586199"/>
                </a:lnTo>
                <a:lnTo>
                  <a:pt x="11817249" y="2526787"/>
                </a:lnTo>
                <a:close/>
                <a:moveTo>
                  <a:pt x="258363" y="1973449"/>
                </a:moveTo>
                <a:lnTo>
                  <a:pt x="369188" y="1973449"/>
                </a:lnTo>
                <a:lnTo>
                  <a:pt x="369188" y="2084274"/>
                </a:lnTo>
                <a:lnTo>
                  <a:pt x="258363" y="2084274"/>
                </a:lnTo>
                <a:close/>
                <a:moveTo>
                  <a:pt x="2359980" y="1973449"/>
                </a:moveTo>
                <a:lnTo>
                  <a:pt x="2470805" y="1973449"/>
                </a:lnTo>
                <a:lnTo>
                  <a:pt x="2470805" y="2084274"/>
                </a:lnTo>
                <a:lnTo>
                  <a:pt x="2359980" y="2084274"/>
                </a:lnTo>
                <a:close/>
                <a:moveTo>
                  <a:pt x="1309171" y="1973449"/>
                </a:moveTo>
                <a:lnTo>
                  <a:pt x="1419995" y="1973449"/>
                </a:lnTo>
                <a:lnTo>
                  <a:pt x="1419995" y="2084274"/>
                </a:lnTo>
                <a:lnTo>
                  <a:pt x="1309171" y="2084274"/>
                </a:lnTo>
                <a:close/>
                <a:moveTo>
                  <a:pt x="4461591" y="1973448"/>
                </a:moveTo>
                <a:lnTo>
                  <a:pt x="4572416" y="1973448"/>
                </a:lnTo>
                <a:lnTo>
                  <a:pt x="4572416" y="2084273"/>
                </a:lnTo>
                <a:lnTo>
                  <a:pt x="4461591" y="2084273"/>
                </a:lnTo>
                <a:close/>
                <a:moveTo>
                  <a:pt x="3410788" y="1973448"/>
                </a:moveTo>
                <a:lnTo>
                  <a:pt x="3521614" y="1973448"/>
                </a:lnTo>
                <a:lnTo>
                  <a:pt x="3521614" y="2084273"/>
                </a:lnTo>
                <a:lnTo>
                  <a:pt x="3410788" y="2084273"/>
                </a:lnTo>
                <a:close/>
                <a:moveTo>
                  <a:pt x="6563205" y="1973448"/>
                </a:moveTo>
                <a:lnTo>
                  <a:pt x="6674030" y="1973448"/>
                </a:lnTo>
                <a:lnTo>
                  <a:pt x="6674030" y="2084273"/>
                </a:lnTo>
                <a:lnTo>
                  <a:pt x="6563205" y="2084273"/>
                </a:lnTo>
                <a:close/>
                <a:moveTo>
                  <a:pt x="5512399" y="1973448"/>
                </a:moveTo>
                <a:lnTo>
                  <a:pt x="5623224" y="1973448"/>
                </a:lnTo>
                <a:lnTo>
                  <a:pt x="5623224" y="2084273"/>
                </a:lnTo>
                <a:lnTo>
                  <a:pt x="5512399" y="2084273"/>
                </a:lnTo>
                <a:close/>
                <a:moveTo>
                  <a:pt x="7614013" y="1973448"/>
                </a:moveTo>
                <a:lnTo>
                  <a:pt x="7724838" y="1973448"/>
                </a:lnTo>
                <a:lnTo>
                  <a:pt x="7724838" y="2084273"/>
                </a:lnTo>
                <a:lnTo>
                  <a:pt x="7614013" y="2084273"/>
                </a:lnTo>
                <a:close/>
                <a:moveTo>
                  <a:pt x="9715629" y="1973448"/>
                </a:moveTo>
                <a:lnTo>
                  <a:pt x="9826454" y="1973448"/>
                </a:lnTo>
                <a:lnTo>
                  <a:pt x="9826454" y="2084273"/>
                </a:lnTo>
                <a:lnTo>
                  <a:pt x="9715629" y="2084273"/>
                </a:lnTo>
                <a:close/>
                <a:moveTo>
                  <a:pt x="8664821" y="1973448"/>
                </a:moveTo>
                <a:lnTo>
                  <a:pt x="8775646" y="1973448"/>
                </a:lnTo>
                <a:lnTo>
                  <a:pt x="8775646" y="2084273"/>
                </a:lnTo>
                <a:lnTo>
                  <a:pt x="8664821" y="2084273"/>
                </a:lnTo>
                <a:close/>
                <a:moveTo>
                  <a:pt x="11817249" y="1973448"/>
                </a:moveTo>
                <a:lnTo>
                  <a:pt x="11928074" y="1973448"/>
                </a:lnTo>
                <a:lnTo>
                  <a:pt x="11928074" y="2084273"/>
                </a:lnTo>
                <a:lnTo>
                  <a:pt x="11817249" y="2084273"/>
                </a:lnTo>
                <a:close/>
                <a:moveTo>
                  <a:pt x="10766437" y="1973448"/>
                </a:moveTo>
                <a:lnTo>
                  <a:pt x="10877262" y="1973448"/>
                </a:lnTo>
                <a:lnTo>
                  <a:pt x="10877262" y="2084273"/>
                </a:lnTo>
                <a:lnTo>
                  <a:pt x="10766437" y="2084273"/>
                </a:lnTo>
                <a:close/>
                <a:moveTo>
                  <a:pt x="3441643" y="1557959"/>
                </a:moveTo>
                <a:lnTo>
                  <a:pt x="2968431" y="2031169"/>
                </a:lnTo>
                <a:lnTo>
                  <a:pt x="3437348" y="2500070"/>
                </a:lnTo>
                <a:lnTo>
                  <a:pt x="3497959" y="2500070"/>
                </a:lnTo>
                <a:lnTo>
                  <a:pt x="3966865" y="2031168"/>
                </a:lnTo>
                <a:lnTo>
                  <a:pt x="3493665" y="1557959"/>
                </a:lnTo>
                <a:close/>
                <a:moveTo>
                  <a:pt x="2390961" y="1557959"/>
                </a:moveTo>
                <a:lnTo>
                  <a:pt x="1917745" y="2031169"/>
                </a:lnTo>
                <a:lnTo>
                  <a:pt x="2386665" y="2500070"/>
                </a:lnTo>
                <a:lnTo>
                  <a:pt x="2447277" y="2500070"/>
                </a:lnTo>
                <a:lnTo>
                  <a:pt x="2916189" y="2031169"/>
                </a:lnTo>
                <a:lnTo>
                  <a:pt x="2442980" y="1557959"/>
                </a:lnTo>
                <a:close/>
                <a:moveTo>
                  <a:pt x="1340273" y="1557959"/>
                </a:moveTo>
                <a:lnTo>
                  <a:pt x="867066" y="2031167"/>
                </a:lnTo>
                <a:lnTo>
                  <a:pt x="1335980" y="2500070"/>
                </a:lnTo>
                <a:lnTo>
                  <a:pt x="1396589" y="2500070"/>
                </a:lnTo>
                <a:lnTo>
                  <a:pt x="1865501" y="2031169"/>
                </a:lnTo>
                <a:lnTo>
                  <a:pt x="1392293" y="1557959"/>
                </a:lnTo>
                <a:close/>
                <a:moveTo>
                  <a:pt x="5542986" y="1557958"/>
                </a:moveTo>
                <a:lnTo>
                  <a:pt x="5069790" y="2031167"/>
                </a:lnTo>
                <a:lnTo>
                  <a:pt x="5538694" y="2500070"/>
                </a:lnTo>
                <a:lnTo>
                  <a:pt x="5599302" y="2500070"/>
                </a:lnTo>
                <a:lnTo>
                  <a:pt x="6068206" y="2031166"/>
                </a:lnTo>
                <a:lnTo>
                  <a:pt x="5595011" y="1557958"/>
                </a:lnTo>
                <a:close/>
                <a:moveTo>
                  <a:pt x="4492305" y="1557958"/>
                </a:moveTo>
                <a:lnTo>
                  <a:pt x="4019109" y="2031168"/>
                </a:lnTo>
                <a:lnTo>
                  <a:pt x="4488010" y="2500070"/>
                </a:lnTo>
                <a:lnTo>
                  <a:pt x="4548620" y="2500070"/>
                </a:lnTo>
                <a:lnTo>
                  <a:pt x="5017539" y="2031167"/>
                </a:lnTo>
                <a:lnTo>
                  <a:pt x="4544326" y="1557958"/>
                </a:lnTo>
                <a:close/>
                <a:moveTo>
                  <a:pt x="7644337" y="1557958"/>
                </a:moveTo>
                <a:lnTo>
                  <a:pt x="7171129" y="2031167"/>
                </a:lnTo>
                <a:lnTo>
                  <a:pt x="7640044" y="2500070"/>
                </a:lnTo>
                <a:lnTo>
                  <a:pt x="7700653" y="2500070"/>
                </a:lnTo>
                <a:lnTo>
                  <a:pt x="8169569" y="2031167"/>
                </a:lnTo>
                <a:lnTo>
                  <a:pt x="7696361" y="1557958"/>
                </a:lnTo>
                <a:close/>
                <a:moveTo>
                  <a:pt x="6593656" y="1557958"/>
                </a:moveTo>
                <a:lnTo>
                  <a:pt x="6120450" y="2031165"/>
                </a:lnTo>
                <a:lnTo>
                  <a:pt x="6589366" y="2500070"/>
                </a:lnTo>
                <a:lnTo>
                  <a:pt x="6649970" y="2500070"/>
                </a:lnTo>
                <a:lnTo>
                  <a:pt x="7118885" y="2031167"/>
                </a:lnTo>
                <a:lnTo>
                  <a:pt x="6645676" y="1557958"/>
                </a:lnTo>
                <a:close/>
                <a:moveTo>
                  <a:pt x="9745703" y="1557958"/>
                </a:moveTo>
                <a:lnTo>
                  <a:pt x="9272494" y="2031167"/>
                </a:lnTo>
                <a:lnTo>
                  <a:pt x="9741408" y="2500070"/>
                </a:lnTo>
                <a:lnTo>
                  <a:pt x="9802016" y="2500070"/>
                </a:lnTo>
                <a:lnTo>
                  <a:pt x="10270931" y="2031167"/>
                </a:lnTo>
                <a:lnTo>
                  <a:pt x="9797723" y="1557958"/>
                </a:lnTo>
                <a:close/>
                <a:moveTo>
                  <a:pt x="8695019" y="1557958"/>
                </a:moveTo>
                <a:lnTo>
                  <a:pt x="8221812" y="2031166"/>
                </a:lnTo>
                <a:lnTo>
                  <a:pt x="8690730" y="2500070"/>
                </a:lnTo>
                <a:lnTo>
                  <a:pt x="8751334" y="2500070"/>
                </a:lnTo>
                <a:lnTo>
                  <a:pt x="9220250" y="2031166"/>
                </a:lnTo>
                <a:lnTo>
                  <a:pt x="8747043" y="1557958"/>
                </a:lnTo>
                <a:close/>
                <a:moveTo>
                  <a:pt x="10796383" y="1557958"/>
                </a:moveTo>
                <a:lnTo>
                  <a:pt x="10323175" y="2031166"/>
                </a:lnTo>
                <a:lnTo>
                  <a:pt x="10792091" y="2500070"/>
                </a:lnTo>
                <a:lnTo>
                  <a:pt x="10852696" y="2500070"/>
                </a:lnTo>
                <a:lnTo>
                  <a:pt x="11321614" y="2031164"/>
                </a:lnTo>
                <a:lnTo>
                  <a:pt x="10848409" y="1557958"/>
                </a:lnTo>
                <a:close/>
                <a:moveTo>
                  <a:pt x="783781" y="1447135"/>
                </a:moveTo>
                <a:lnTo>
                  <a:pt x="894606" y="1447135"/>
                </a:lnTo>
                <a:lnTo>
                  <a:pt x="894606" y="1557959"/>
                </a:lnTo>
                <a:lnTo>
                  <a:pt x="783781" y="1557959"/>
                </a:lnTo>
                <a:close/>
                <a:moveTo>
                  <a:pt x="1834586" y="1447134"/>
                </a:moveTo>
                <a:lnTo>
                  <a:pt x="1945411" y="1447134"/>
                </a:lnTo>
                <a:lnTo>
                  <a:pt x="1945411" y="1557959"/>
                </a:lnTo>
                <a:lnTo>
                  <a:pt x="1834586" y="1557959"/>
                </a:lnTo>
                <a:close/>
                <a:moveTo>
                  <a:pt x="4987002" y="1447134"/>
                </a:moveTo>
                <a:lnTo>
                  <a:pt x="5097832" y="1447134"/>
                </a:lnTo>
                <a:lnTo>
                  <a:pt x="5097832" y="1557958"/>
                </a:lnTo>
                <a:lnTo>
                  <a:pt x="4987002" y="1557958"/>
                </a:lnTo>
                <a:close/>
                <a:moveTo>
                  <a:pt x="3936204" y="1447134"/>
                </a:moveTo>
                <a:lnTo>
                  <a:pt x="4047028" y="1447134"/>
                </a:lnTo>
                <a:lnTo>
                  <a:pt x="4047028" y="1557959"/>
                </a:lnTo>
                <a:lnTo>
                  <a:pt x="3936204" y="1557959"/>
                </a:lnTo>
                <a:close/>
                <a:moveTo>
                  <a:pt x="2885398" y="1447134"/>
                </a:moveTo>
                <a:lnTo>
                  <a:pt x="2996224" y="1447134"/>
                </a:lnTo>
                <a:lnTo>
                  <a:pt x="2996224" y="1557959"/>
                </a:lnTo>
                <a:lnTo>
                  <a:pt x="2885398" y="1557959"/>
                </a:lnTo>
                <a:close/>
                <a:moveTo>
                  <a:pt x="6037801" y="1447133"/>
                </a:moveTo>
                <a:lnTo>
                  <a:pt x="6148626" y="1447133"/>
                </a:lnTo>
                <a:lnTo>
                  <a:pt x="6148626" y="1557958"/>
                </a:lnTo>
                <a:lnTo>
                  <a:pt x="6037801" y="1557958"/>
                </a:lnTo>
                <a:close/>
                <a:moveTo>
                  <a:pt x="9190225" y="1447133"/>
                </a:moveTo>
                <a:lnTo>
                  <a:pt x="9301050" y="1447133"/>
                </a:lnTo>
                <a:lnTo>
                  <a:pt x="9301050" y="1557958"/>
                </a:lnTo>
                <a:lnTo>
                  <a:pt x="9190225" y="1557958"/>
                </a:lnTo>
                <a:close/>
                <a:moveTo>
                  <a:pt x="8139417" y="1447133"/>
                </a:moveTo>
                <a:lnTo>
                  <a:pt x="8250242" y="1447133"/>
                </a:lnTo>
                <a:lnTo>
                  <a:pt x="8250242" y="1557958"/>
                </a:lnTo>
                <a:lnTo>
                  <a:pt x="8139417" y="1557958"/>
                </a:lnTo>
                <a:close/>
                <a:moveTo>
                  <a:pt x="7088609" y="1447133"/>
                </a:moveTo>
                <a:lnTo>
                  <a:pt x="7199434" y="1447133"/>
                </a:lnTo>
                <a:lnTo>
                  <a:pt x="7199434" y="1557958"/>
                </a:lnTo>
                <a:lnTo>
                  <a:pt x="7088609" y="1557958"/>
                </a:lnTo>
                <a:close/>
                <a:moveTo>
                  <a:pt x="10241033" y="1447133"/>
                </a:moveTo>
                <a:lnTo>
                  <a:pt x="10351858" y="1447133"/>
                </a:lnTo>
                <a:lnTo>
                  <a:pt x="10351858" y="1557957"/>
                </a:lnTo>
                <a:lnTo>
                  <a:pt x="10241033" y="1557957"/>
                </a:lnTo>
                <a:close/>
                <a:moveTo>
                  <a:pt x="11291841" y="1447133"/>
                </a:moveTo>
                <a:lnTo>
                  <a:pt x="11402666" y="1447133"/>
                </a:lnTo>
                <a:lnTo>
                  <a:pt x="11402666" y="1557957"/>
                </a:lnTo>
                <a:lnTo>
                  <a:pt x="11291841" y="1557957"/>
                </a:lnTo>
                <a:close/>
                <a:moveTo>
                  <a:pt x="2942310" y="1006607"/>
                </a:moveTo>
                <a:lnTo>
                  <a:pt x="2470820" y="1478100"/>
                </a:lnTo>
                <a:lnTo>
                  <a:pt x="2470820" y="1533556"/>
                </a:lnTo>
                <a:lnTo>
                  <a:pt x="2942310" y="2005047"/>
                </a:lnTo>
                <a:lnTo>
                  <a:pt x="3410804" y="1536556"/>
                </a:lnTo>
                <a:lnTo>
                  <a:pt x="3410804" y="1475099"/>
                </a:lnTo>
                <a:close/>
                <a:moveTo>
                  <a:pt x="1891623" y="1006607"/>
                </a:moveTo>
                <a:lnTo>
                  <a:pt x="1420008" y="1478224"/>
                </a:lnTo>
                <a:lnTo>
                  <a:pt x="1420008" y="1533431"/>
                </a:lnTo>
                <a:lnTo>
                  <a:pt x="1891623" y="2005047"/>
                </a:lnTo>
                <a:lnTo>
                  <a:pt x="2359996" y="1536681"/>
                </a:lnTo>
                <a:lnTo>
                  <a:pt x="2359996" y="1474975"/>
                </a:lnTo>
                <a:close/>
                <a:moveTo>
                  <a:pt x="840943" y="1006607"/>
                </a:moveTo>
                <a:lnTo>
                  <a:pt x="369202" y="1478351"/>
                </a:lnTo>
                <a:lnTo>
                  <a:pt x="369202" y="1533303"/>
                </a:lnTo>
                <a:lnTo>
                  <a:pt x="840944" y="2005046"/>
                </a:lnTo>
                <a:lnTo>
                  <a:pt x="1309184" y="1536806"/>
                </a:lnTo>
                <a:lnTo>
                  <a:pt x="1309184" y="1474850"/>
                </a:lnTo>
                <a:close/>
                <a:moveTo>
                  <a:pt x="3992987" y="1006606"/>
                </a:moveTo>
                <a:lnTo>
                  <a:pt x="3521631" y="1477974"/>
                </a:lnTo>
                <a:lnTo>
                  <a:pt x="3521631" y="1533680"/>
                </a:lnTo>
                <a:lnTo>
                  <a:pt x="3992986" y="2005046"/>
                </a:lnTo>
                <a:lnTo>
                  <a:pt x="4461598" y="1536423"/>
                </a:lnTo>
                <a:lnTo>
                  <a:pt x="4461598" y="1475230"/>
                </a:lnTo>
                <a:close/>
                <a:moveTo>
                  <a:pt x="6094326" y="1006605"/>
                </a:moveTo>
                <a:lnTo>
                  <a:pt x="5623230" y="1477714"/>
                </a:lnTo>
                <a:lnTo>
                  <a:pt x="5623230" y="1533934"/>
                </a:lnTo>
                <a:lnTo>
                  <a:pt x="6094328" y="2005044"/>
                </a:lnTo>
                <a:lnTo>
                  <a:pt x="6563205" y="1536166"/>
                </a:lnTo>
                <a:lnTo>
                  <a:pt x="6563205" y="1475487"/>
                </a:lnTo>
                <a:close/>
                <a:moveTo>
                  <a:pt x="9246371" y="1006604"/>
                </a:moveTo>
                <a:lnTo>
                  <a:pt x="8775646" y="1477332"/>
                </a:lnTo>
                <a:lnTo>
                  <a:pt x="8775646" y="1534319"/>
                </a:lnTo>
                <a:lnTo>
                  <a:pt x="9246371" y="2005045"/>
                </a:lnTo>
                <a:lnTo>
                  <a:pt x="9715629" y="1535786"/>
                </a:lnTo>
                <a:lnTo>
                  <a:pt x="9715629" y="1475864"/>
                </a:lnTo>
                <a:close/>
                <a:moveTo>
                  <a:pt x="5043669" y="1006604"/>
                </a:moveTo>
                <a:lnTo>
                  <a:pt x="4572422" y="1477843"/>
                </a:lnTo>
                <a:lnTo>
                  <a:pt x="4572422" y="1533811"/>
                </a:lnTo>
                <a:lnTo>
                  <a:pt x="5043664" y="2005045"/>
                </a:lnTo>
                <a:lnTo>
                  <a:pt x="5512407" y="1536296"/>
                </a:lnTo>
                <a:lnTo>
                  <a:pt x="5512407" y="1475351"/>
                </a:lnTo>
                <a:close/>
                <a:moveTo>
                  <a:pt x="11347735" y="1006604"/>
                </a:moveTo>
                <a:lnTo>
                  <a:pt x="10877262" y="1477079"/>
                </a:lnTo>
                <a:lnTo>
                  <a:pt x="10877262" y="1534567"/>
                </a:lnTo>
                <a:lnTo>
                  <a:pt x="11347736" y="2005041"/>
                </a:lnTo>
                <a:lnTo>
                  <a:pt x="11817249" y="1535528"/>
                </a:lnTo>
                <a:lnTo>
                  <a:pt x="11817249" y="1476120"/>
                </a:lnTo>
                <a:close/>
                <a:moveTo>
                  <a:pt x="8195690" y="1006604"/>
                </a:moveTo>
                <a:lnTo>
                  <a:pt x="7724838" y="1477458"/>
                </a:lnTo>
                <a:lnTo>
                  <a:pt x="7724838" y="1534191"/>
                </a:lnTo>
                <a:lnTo>
                  <a:pt x="8195691" y="2005044"/>
                </a:lnTo>
                <a:lnTo>
                  <a:pt x="8664821" y="1535914"/>
                </a:lnTo>
                <a:lnTo>
                  <a:pt x="8664821" y="1475736"/>
                </a:lnTo>
                <a:close/>
                <a:moveTo>
                  <a:pt x="7145009" y="1006604"/>
                </a:moveTo>
                <a:lnTo>
                  <a:pt x="6674030" y="1477584"/>
                </a:lnTo>
                <a:lnTo>
                  <a:pt x="6674030" y="1534069"/>
                </a:lnTo>
                <a:lnTo>
                  <a:pt x="7145007" y="2005046"/>
                </a:lnTo>
                <a:lnTo>
                  <a:pt x="7614013" y="1536039"/>
                </a:lnTo>
                <a:lnTo>
                  <a:pt x="7614013" y="1475610"/>
                </a:lnTo>
                <a:close/>
                <a:moveTo>
                  <a:pt x="10297056" y="1006603"/>
                </a:moveTo>
                <a:lnTo>
                  <a:pt x="9826454" y="1477207"/>
                </a:lnTo>
                <a:lnTo>
                  <a:pt x="9826454" y="1534445"/>
                </a:lnTo>
                <a:lnTo>
                  <a:pt x="10297053" y="2005045"/>
                </a:lnTo>
                <a:lnTo>
                  <a:pt x="10766437" y="1535660"/>
                </a:lnTo>
                <a:lnTo>
                  <a:pt x="10766437" y="1475986"/>
                </a:lnTo>
                <a:close/>
                <a:moveTo>
                  <a:pt x="258361" y="922634"/>
                </a:moveTo>
                <a:lnTo>
                  <a:pt x="369186" y="922634"/>
                </a:lnTo>
                <a:lnTo>
                  <a:pt x="369186" y="1033459"/>
                </a:lnTo>
                <a:lnTo>
                  <a:pt x="258361" y="1033459"/>
                </a:lnTo>
                <a:close/>
                <a:moveTo>
                  <a:pt x="2359977" y="922633"/>
                </a:moveTo>
                <a:lnTo>
                  <a:pt x="2470802" y="922633"/>
                </a:lnTo>
                <a:lnTo>
                  <a:pt x="2470802" y="1033458"/>
                </a:lnTo>
                <a:lnTo>
                  <a:pt x="2359977" y="1033458"/>
                </a:lnTo>
                <a:close/>
                <a:moveTo>
                  <a:pt x="1309169" y="922633"/>
                </a:moveTo>
                <a:lnTo>
                  <a:pt x="1419993" y="922633"/>
                </a:lnTo>
                <a:lnTo>
                  <a:pt x="1419993" y="1033458"/>
                </a:lnTo>
                <a:lnTo>
                  <a:pt x="1309169" y="1033458"/>
                </a:lnTo>
                <a:close/>
                <a:moveTo>
                  <a:pt x="5512398" y="922633"/>
                </a:moveTo>
                <a:lnTo>
                  <a:pt x="5623223" y="922633"/>
                </a:lnTo>
                <a:lnTo>
                  <a:pt x="5623223" y="1033458"/>
                </a:lnTo>
                <a:lnTo>
                  <a:pt x="5512398" y="1033458"/>
                </a:lnTo>
                <a:close/>
                <a:moveTo>
                  <a:pt x="4461591" y="922633"/>
                </a:moveTo>
                <a:lnTo>
                  <a:pt x="4572415" y="922633"/>
                </a:lnTo>
                <a:lnTo>
                  <a:pt x="4572415" y="1033458"/>
                </a:lnTo>
                <a:lnTo>
                  <a:pt x="4461591" y="1033458"/>
                </a:lnTo>
                <a:close/>
                <a:moveTo>
                  <a:pt x="3410785" y="922633"/>
                </a:moveTo>
                <a:lnTo>
                  <a:pt x="3521610" y="922633"/>
                </a:lnTo>
                <a:lnTo>
                  <a:pt x="3521610" y="1033458"/>
                </a:lnTo>
                <a:lnTo>
                  <a:pt x="3410785" y="1033458"/>
                </a:lnTo>
                <a:close/>
                <a:moveTo>
                  <a:pt x="7614013" y="922633"/>
                </a:moveTo>
                <a:lnTo>
                  <a:pt x="7724838" y="922633"/>
                </a:lnTo>
                <a:lnTo>
                  <a:pt x="7724838" y="1033458"/>
                </a:lnTo>
                <a:lnTo>
                  <a:pt x="7614013" y="1033458"/>
                </a:lnTo>
                <a:close/>
                <a:moveTo>
                  <a:pt x="6563205" y="922633"/>
                </a:moveTo>
                <a:lnTo>
                  <a:pt x="6674030" y="922633"/>
                </a:lnTo>
                <a:lnTo>
                  <a:pt x="6674030" y="1033458"/>
                </a:lnTo>
                <a:lnTo>
                  <a:pt x="6563205" y="1033458"/>
                </a:lnTo>
                <a:close/>
                <a:moveTo>
                  <a:pt x="10766437" y="922633"/>
                </a:moveTo>
                <a:lnTo>
                  <a:pt x="10877262" y="922633"/>
                </a:lnTo>
                <a:lnTo>
                  <a:pt x="10877262" y="1033458"/>
                </a:lnTo>
                <a:lnTo>
                  <a:pt x="10766437" y="1033458"/>
                </a:lnTo>
                <a:close/>
                <a:moveTo>
                  <a:pt x="9715629" y="922633"/>
                </a:moveTo>
                <a:lnTo>
                  <a:pt x="9826454" y="922633"/>
                </a:lnTo>
                <a:lnTo>
                  <a:pt x="9826454" y="1033458"/>
                </a:lnTo>
                <a:lnTo>
                  <a:pt x="9715629" y="1033458"/>
                </a:lnTo>
                <a:close/>
                <a:moveTo>
                  <a:pt x="8664821" y="922633"/>
                </a:moveTo>
                <a:lnTo>
                  <a:pt x="8775646" y="922633"/>
                </a:lnTo>
                <a:lnTo>
                  <a:pt x="8775646" y="1033458"/>
                </a:lnTo>
                <a:lnTo>
                  <a:pt x="8664821" y="1033458"/>
                </a:lnTo>
                <a:close/>
                <a:moveTo>
                  <a:pt x="11817249" y="922633"/>
                </a:moveTo>
                <a:lnTo>
                  <a:pt x="11928074" y="922633"/>
                </a:lnTo>
                <a:lnTo>
                  <a:pt x="11928074" y="1033458"/>
                </a:lnTo>
                <a:lnTo>
                  <a:pt x="11817249" y="1033458"/>
                </a:lnTo>
                <a:close/>
                <a:moveTo>
                  <a:pt x="1337485" y="510062"/>
                </a:moveTo>
                <a:lnTo>
                  <a:pt x="867065" y="980486"/>
                </a:lnTo>
                <a:lnTo>
                  <a:pt x="1333712" y="1447134"/>
                </a:lnTo>
                <a:lnTo>
                  <a:pt x="1398855" y="1447134"/>
                </a:lnTo>
                <a:lnTo>
                  <a:pt x="1865501" y="980486"/>
                </a:lnTo>
                <a:lnTo>
                  <a:pt x="1395081" y="510062"/>
                </a:lnTo>
                <a:close/>
                <a:moveTo>
                  <a:pt x="2388173" y="510062"/>
                </a:moveTo>
                <a:lnTo>
                  <a:pt x="1917745" y="980486"/>
                </a:lnTo>
                <a:lnTo>
                  <a:pt x="2384399" y="1447134"/>
                </a:lnTo>
                <a:lnTo>
                  <a:pt x="2449542" y="1447134"/>
                </a:lnTo>
                <a:lnTo>
                  <a:pt x="2916189" y="980486"/>
                </a:lnTo>
                <a:lnTo>
                  <a:pt x="2445767" y="510062"/>
                </a:lnTo>
                <a:close/>
                <a:moveTo>
                  <a:pt x="3438856" y="510062"/>
                </a:moveTo>
                <a:lnTo>
                  <a:pt x="2968432" y="980486"/>
                </a:lnTo>
                <a:lnTo>
                  <a:pt x="3435083" y="1447134"/>
                </a:lnTo>
                <a:lnTo>
                  <a:pt x="3500228" y="1447134"/>
                </a:lnTo>
                <a:lnTo>
                  <a:pt x="3966865" y="980485"/>
                </a:lnTo>
                <a:lnTo>
                  <a:pt x="3496454" y="510062"/>
                </a:lnTo>
                <a:close/>
                <a:moveTo>
                  <a:pt x="4489518" y="510062"/>
                </a:moveTo>
                <a:lnTo>
                  <a:pt x="4019109" y="980485"/>
                </a:lnTo>
                <a:lnTo>
                  <a:pt x="4485744" y="1447134"/>
                </a:lnTo>
                <a:lnTo>
                  <a:pt x="4550887" y="1447134"/>
                </a:lnTo>
                <a:lnTo>
                  <a:pt x="5017543" y="980483"/>
                </a:lnTo>
                <a:lnTo>
                  <a:pt x="4547118" y="510062"/>
                </a:lnTo>
                <a:close/>
                <a:moveTo>
                  <a:pt x="5540201" y="510062"/>
                </a:moveTo>
                <a:lnTo>
                  <a:pt x="5069792" y="980483"/>
                </a:lnTo>
                <a:lnTo>
                  <a:pt x="5536431" y="1447134"/>
                </a:lnTo>
                <a:lnTo>
                  <a:pt x="5601567" y="1447134"/>
                </a:lnTo>
                <a:lnTo>
                  <a:pt x="6068204" y="980484"/>
                </a:lnTo>
                <a:lnTo>
                  <a:pt x="5597797" y="510062"/>
                </a:lnTo>
                <a:close/>
                <a:moveTo>
                  <a:pt x="6590867" y="510062"/>
                </a:moveTo>
                <a:lnTo>
                  <a:pt x="6120447" y="980484"/>
                </a:lnTo>
                <a:lnTo>
                  <a:pt x="6587095" y="1447133"/>
                </a:lnTo>
                <a:lnTo>
                  <a:pt x="6652238" y="1447133"/>
                </a:lnTo>
                <a:lnTo>
                  <a:pt x="7118887" y="980483"/>
                </a:lnTo>
                <a:lnTo>
                  <a:pt x="6648468" y="510062"/>
                </a:lnTo>
                <a:close/>
                <a:moveTo>
                  <a:pt x="7641550" y="510061"/>
                </a:moveTo>
                <a:lnTo>
                  <a:pt x="7171131" y="980482"/>
                </a:lnTo>
                <a:lnTo>
                  <a:pt x="7637780" y="1447133"/>
                </a:lnTo>
                <a:lnTo>
                  <a:pt x="7702919" y="1447133"/>
                </a:lnTo>
                <a:lnTo>
                  <a:pt x="8169568" y="980483"/>
                </a:lnTo>
                <a:lnTo>
                  <a:pt x="7699149" y="510061"/>
                </a:lnTo>
                <a:close/>
                <a:moveTo>
                  <a:pt x="8692232" y="510061"/>
                </a:moveTo>
                <a:lnTo>
                  <a:pt x="8221811" y="980484"/>
                </a:lnTo>
                <a:lnTo>
                  <a:pt x="8688459" y="1447133"/>
                </a:lnTo>
                <a:lnTo>
                  <a:pt x="8753603" y="1447133"/>
                </a:lnTo>
                <a:lnTo>
                  <a:pt x="9220250" y="980484"/>
                </a:lnTo>
                <a:lnTo>
                  <a:pt x="8749829" y="510061"/>
                </a:lnTo>
                <a:close/>
                <a:moveTo>
                  <a:pt x="10793597" y="510061"/>
                </a:moveTo>
                <a:lnTo>
                  <a:pt x="10323178" y="980482"/>
                </a:lnTo>
                <a:lnTo>
                  <a:pt x="10789828" y="1447133"/>
                </a:lnTo>
                <a:lnTo>
                  <a:pt x="10854964" y="1447133"/>
                </a:lnTo>
                <a:lnTo>
                  <a:pt x="11321613" y="980483"/>
                </a:lnTo>
                <a:lnTo>
                  <a:pt x="10851193" y="510061"/>
                </a:lnTo>
                <a:close/>
                <a:moveTo>
                  <a:pt x="9742913" y="510061"/>
                </a:moveTo>
                <a:lnTo>
                  <a:pt x="9272493" y="980483"/>
                </a:lnTo>
                <a:lnTo>
                  <a:pt x="9739141" y="1447133"/>
                </a:lnTo>
                <a:lnTo>
                  <a:pt x="9804283" y="1447133"/>
                </a:lnTo>
                <a:lnTo>
                  <a:pt x="10270933" y="980481"/>
                </a:lnTo>
                <a:lnTo>
                  <a:pt x="9800515" y="510061"/>
                </a:lnTo>
                <a:close/>
                <a:moveTo>
                  <a:pt x="783785" y="399238"/>
                </a:moveTo>
                <a:lnTo>
                  <a:pt x="894609" y="399238"/>
                </a:lnTo>
                <a:lnTo>
                  <a:pt x="894609" y="510062"/>
                </a:lnTo>
                <a:lnTo>
                  <a:pt x="783785" y="510062"/>
                </a:lnTo>
                <a:close/>
                <a:moveTo>
                  <a:pt x="2885401" y="399237"/>
                </a:moveTo>
                <a:lnTo>
                  <a:pt x="2996227" y="399237"/>
                </a:lnTo>
                <a:lnTo>
                  <a:pt x="2996227" y="510062"/>
                </a:lnTo>
                <a:lnTo>
                  <a:pt x="2885401" y="510062"/>
                </a:lnTo>
                <a:close/>
                <a:moveTo>
                  <a:pt x="1834590" y="399237"/>
                </a:moveTo>
                <a:lnTo>
                  <a:pt x="1945415" y="399237"/>
                </a:lnTo>
                <a:lnTo>
                  <a:pt x="1945415" y="510062"/>
                </a:lnTo>
                <a:lnTo>
                  <a:pt x="1834590" y="510062"/>
                </a:lnTo>
                <a:close/>
                <a:moveTo>
                  <a:pt x="3936208" y="399237"/>
                </a:moveTo>
                <a:lnTo>
                  <a:pt x="4047032" y="399237"/>
                </a:lnTo>
                <a:lnTo>
                  <a:pt x="4047032" y="510062"/>
                </a:lnTo>
                <a:lnTo>
                  <a:pt x="3936208" y="510062"/>
                </a:lnTo>
                <a:close/>
                <a:moveTo>
                  <a:pt x="4987004" y="399237"/>
                </a:moveTo>
                <a:lnTo>
                  <a:pt x="5097834" y="399237"/>
                </a:lnTo>
                <a:lnTo>
                  <a:pt x="5097834" y="510062"/>
                </a:lnTo>
                <a:lnTo>
                  <a:pt x="4987004" y="510062"/>
                </a:lnTo>
                <a:close/>
                <a:moveTo>
                  <a:pt x="6037802" y="399237"/>
                </a:moveTo>
                <a:lnTo>
                  <a:pt x="6148626" y="399237"/>
                </a:lnTo>
                <a:lnTo>
                  <a:pt x="6148626" y="510062"/>
                </a:lnTo>
                <a:lnTo>
                  <a:pt x="6037802" y="510062"/>
                </a:lnTo>
                <a:close/>
                <a:moveTo>
                  <a:pt x="7088609" y="399237"/>
                </a:moveTo>
                <a:lnTo>
                  <a:pt x="7199434" y="399237"/>
                </a:lnTo>
                <a:lnTo>
                  <a:pt x="7199434" y="510061"/>
                </a:lnTo>
                <a:lnTo>
                  <a:pt x="7088609" y="510061"/>
                </a:lnTo>
                <a:close/>
                <a:moveTo>
                  <a:pt x="8139417" y="399237"/>
                </a:moveTo>
                <a:lnTo>
                  <a:pt x="8250242" y="399237"/>
                </a:lnTo>
                <a:lnTo>
                  <a:pt x="8250242" y="510061"/>
                </a:lnTo>
                <a:lnTo>
                  <a:pt x="8139417" y="510061"/>
                </a:lnTo>
                <a:close/>
                <a:moveTo>
                  <a:pt x="9190225" y="399236"/>
                </a:moveTo>
                <a:lnTo>
                  <a:pt x="9301050" y="399236"/>
                </a:lnTo>
                <a:lnTo>
                  <a:pt x="9301050" y="510061"/>
                </a:lnTo>
                <a:lnTo>
                  <a:pt x="9190225" y="510061"/>
                </a:lnTo>
                <a:close/>
                <a:moveTo>
                  <a:pt x="10241033" y="399236"/>
                </a:moveTo>
                <a:lnTo>
                  <a:pt x="10351858" y="399236"/>
                </a:lnTo>
                <a:lnTo>
                  <a:pt x="10351858" y="510061"/>
                </a:lnTo>
                <a:lnTo>
                  <a:pt x="10241033" y="510061"/>
                </a:lnTo>
                <a:close/>
                <a:moveTo>
                  <a:pt x="11291841" y="399236"/>
                </a:moveTo>
                <a:lnTo>
                  <a:pt x="11402666" y="399236"/>
                </a:lnTo>
                <a:lnTo>
                  <a:pt x="11402666" y="510061"/>
                </a:lnTo>
                <a:lnTo>
                  <a:pt x="11291841" y="510061"/>
                </a:lnTo>
                <a:close/>
                <a:moveTo>
                  <a:pt x="6138405" y="0"/>
                </a:moveTo>
                <a:lnTo>
                  <a:pt x="6190649" y="0"/>
                </a:lnTo>
                <a:lnTo>
                  <a:pt x="6589887" y="399237"/>
                </a:lnTo>
                <a:lnTo>
                  <a:pt x="6649449" y="399237"/>
                </a:lnTo>
                <a:lnTo>
                  <a:pt x="7048684" y="2"/>
                </a:lnTo>
                <a:lnTo>
                  <a:pt x="7100928" y="2"/>
                </a:lnTo>
                <a:lnTo>
                  <a:pt x="6674030" y="426899"/>
                </a:lnTo>
                <a:lnTo>
                  <a:pt x="6674030" y="483379"/>
                </a:lnTo>
                <a:lnTo>
                  <a:pt x="7145009" y="954361"/>
                </a:lnTo>
                <a:lnTo>
                  <a:pt x="7614013" y="485355"/>
                </a:lnTo>
                <a:lnTo>
                  <a:pt x="7614013" y="424926"/>
                </a:lnTo>
                <a:lnTo>
                  <a:pt x="7189086" y="0"/>
                </a:lnTo>
                <a:lnTo>
                  <a:pt x="7241329" y="0"/>
                </a:lnTo>
                <a:lnTo>
                  <a:pt x="7640566" y="399237"/>
                </a:lnTo>
                <a:lnTo>
                  <a:pt x="7700131" y="399237"/>
                </a:lnTo>
                <a:lnTo>
                  <a:pt x="8099367" y="1"/>
                </a:lnTo>
                <a:lnTo>
                  <a:pt x="8151611" y="1"/>
                </a:lnTo>
                <a:lnTo>
                  <a:pt x="7724838" y="426774"/>
                </a:lnTo>
                <a:lnTo>
                  <a:pt x="7724838" y="483508"/>
                </a:lnTo>
                <a:lnTo>
                  <a:pt x="8195689" y="954363"/>
                </a:lnTo>
                <a:lnTo>
                  <a:pt x="8664821" y="485229"/>
                </a:lnTo>
                <a:lnTo>
                  <a:pt x="8664821" y="425053"/>
                </a:lnTo>
                <a:lnTo>
                  <a:pt x="8239767" y="0"/>
                </a:lnTo>
                <a:lnTo>
                  <a:pt x="8292011" y="0"/>
                </a:lnTo>
                <a:lnTo>
                  <a:pt x="8691248" y="399236"/>
                </a:lnTo>
                <a:lnTo>
                  <a:pt x="8750812" y="399236"/>
                </a:lnTo>
                <a:lnTo>
                  <a:pt x="9150049" y="1"/>
                </a:lnTo>
                <a:lnTo>
                  <a:pt x="9202293" y="1"/>
                </a:lnTo>
                <a:lnTo>
                  <a:pt x="8775646" y="426647"/>
                </a:lnTo>
                <a:lnTo>
                  <a:pt x="8775646" y="483635"/>
                </a:lnTo>
                <a:lnTo>
                  <a:pt x="9246372" y="954363"/>
                </a:lnTo>
                <a:lnTo>
                  <a:pt x="9715629" y="485103"/>
                </a:lnTo>
                <a:lnTo>
                  <a:pt x="9715629" y="425175"/>
                </a:lnTo>
                <a:lnTo>
                  <a:pt x="9290453" y="0"/>
                </a:lnTo>
                <a:lnTo>
                  <a:pt x="9342696" y="0"/>
                </a:lnTo>
                <a:lnTo>
                  <a:pt x="9741934" y="399236"/>
                </a:lnTo>
                <a:lnTo>
                  <a:pt x="9801496" y="399236"/>
                </a:lnTo>
                <a:lnTo>
                  <a:pt x="10200732" y="1"/>
                </a:lnTo>
                <a:lnTo>
                  <a:pt x="10252974" y="1"/>
                </a:lnTo>
                <a:lnTo>
                  <a:pt x="9826454" y="426520"/>
                </a:lnTo>
                <a:lnTo>
                  <a:pt x="9826454" y="483756"/>
                </a:lnTo>
                <a:lnTo>
                  <a:pt x="10297055" y="954360"/>
                </a:lnTo>
                <a:lnTo>
                  <a:pt x="10766437" y="484975"/>
                </a:lnTo>
                <a:lnTo>
                  <a:pt x="10766437" y="425305"/>
                </a:lnTo>
                <a:lnTo>
                  <a:pt x="10341131" y="0"/>
                </a:lnTo>
                <a:lnTo>
                  <a:pt x="10393375" y="0"/>
                </a:lnTo>
                <a:lnTo>
                  <a:pt x="10792612" y="399236"/>
                </a:lnTo>
                <a:lnTo>
                  <a:pt x="10852176" y="399236"/>
                </a:lnTo>
                <a:lnTo>
                  <a:pt x="11251411" y="3"/>
                </a:lnTo>
                <a:lnTo>
                  <a:pt x="11303657" y="3"/>
                </a:lnTo>
                <a:lnTo>
                  <a:pt x="10877262" y="426397"/>
                </a:lnTo>
                <a:lnTo>
                  <a:pt x="10877262" y="483887"/>
                </a:lnTo>
                <a:lnTo>
                  <a:pt x="11347735" y="954362"/>
                </a:lnTo>
                <a:lnTo>
                  <a:pt x="11817249" y="484846"/>
                </a:lnTo>
                <a:lnTo>
                  <a:pt x="11817249" y="425436"/>
                </a:lnTo>
                <a:lnTo>
                  <a:pt x="11391812" y="0"/>
                </a:lnTo>
                <a:lnTo>
                  <a:pt x="11444056" y="0"/>
                </a:lnTo>
                <a:lnTo>
                  <a:pt x="11843293" y="399236"/>
                </a:lnTo>
                <a:lnTo>
                  <a:pt x="11902859" y="399236"/>
                </a:lnTo>
                <a:lnTo>
                  <a:pt x="12191973" y="110123"/>
                </a:lnTo>
                <a:lnTo>
                  <a:pt x="12191973" y="162366"/>
                </a:lnTo>
                <a:lnTo>
                  <a:pt x="11928074" y="426265"/>
                </a:lnTo>
                <a:lnTo>
                  <a:pt x="11928074" y="484017"/>
                </a:lnTo>
                <a:lnTo>
                  <a:pt x="12191974" y="747926"/>
                </a:lnTo>
                <a:lnTo>
                  <a:pt x="12191974" y="800166"/>
                </a:lnTo>
                <a:lnTo>
                  <a:pt x="11901874" y="510061"/>
                </a:lnTo>
                <a:lnTo>
                  <a:pt x="11844278" y="510061"/>
                </a:lnTo>
                <a:lnTo>
                  <a:pt x="11373857" y="980483"/>
                </a:lnTo>
                <a:lnTo>
                  <a:pt x="11840505" y="1447132"/>
                </a:lnTo>
                <a:lnTo>
                  <a:pt x="11905645" y="1447132"/>
                </a:lnTo>
                <a:lnTo>
                  <a:pt x="12191976" y="1160803"/>
                </a:lnTo>
                <a:lnTo>
                  <a:pt x="12191976" y="1213046"/>
                </a:lnTo>
                <a:lnTo>
                  <a:pt x="11928074" y="1476947"/>
                </a:lnTo>
                <a:lnTo>
                  <a:pt x="11928074" y="1534702"/>
                </a:lnTo>
                <a:lnTo>
                  <a:pt x="12191975" y="1798604"/>
                </a:lnTo>
                <a:lnTo>
                  <a:pt x="12191975" y="1850847"/>
                </a:lnTo>
                <a:lnTo>
                  <a:pt x="11899087" y="1557957"/>
                </a:lnTo>
                <a:lnTo>
                  <a:pt x="11847063" y="1557957"/>
                </a:lnTo>
                <a:lnTo>
                  <a:pt x="11373858" y="2031163"/>
                </a:lnTo>
                <a:lnTo>
                  <a:pt x="11842778" y="2500070"/>
                </a:lnTo>
                <a:lnTo>
                  <a:pt x="11903378" y="2500070"/>
                </a:lnTo>
                <a:lnTo>
                  <a:pt x="12191975" y="2211473"/>
                </a:lnTo>
                <a:lnTo>
                  <a:pt x="12191974" y="2263716"/>
                </a:lnTo>
                <a:lnTo>
                  <a:pt x="11928074" y="2527616"/>
                </a:lnTo>
                <a:lnTo>
                  <a:pt x="11928074" y="2585366"/>
                </a:lnTo>
                <a:lnTo>
                  <a:pt x="12191978" y="2849270"/>
                </a:lnTo>
                <a:lnTo>
                  <a:pt x="12191977" y="2901515"/>
                </a:lnTo>
                <a:lnTo>
                  <a:pt x="11901357" y="2610895"/>
                </a:lnTo>
                <a:lnTo>
                  <a:pt x="11844795" y="2610895"/>
                </a:lnTo>
                <a:lnTo>
                  <a:pt x="11373856" y="3081835"/>
                </a:lnTo>
                <a:lnTo>
                  <a:pt x="11843230" y="3551209"/>
                </a:lnTo>
                <a:lnTo>
                  <a:pt x="11902922" y="3551209"/>
                </a:lnTo>
                <a:lnTo>
                  <a:pt x="12191974" y="3262156"/>
                </a:lnTo>
                <a:lnTo>
                  <a:pt x="12191974" y="3314400"/>
                </a:lnTo>
                <a:lnTo>
                  <a:pt x="11928074" y="3578299"/>
                </a:lnTo>
                <a:lnTo>
                  <a:pt x="11928074" y="3636053"/>
                </a:lnTo>
                <a:lnTo>
                  <a:pt x="12191975" y="3899954"/>
                </a:lnTo>
                <a:lnTo>
                  <a:pt x="12191975" y="3952198"/>
                </a:lnTo>
                <a:lnTo>
                  <a:pt x="11901811" y="3662034"/>
                </a:lnTo>
                <a:lnTo>
                  <a:pt x="11844339" y="3662034"/>
                </a:lnTo>
                <a:lnTo>
                  <a:pt x="11373856" y="4132518"/>
                </a:lnTo>
                <a:lnTo>
                  <a:pt x="11813331" y="4571992"/>
                </a:lnTo>
                <a:lnTo>
                  <a:pt x="11761089" y="4571991"/>
                </a:lnTo>
                <a:lnTo>
                  <a:pt x="11347736" y="4158638"/>
                </a:lnTo>
                <a:lnTo>
                  <a:pt x="10934382" y="4571992"/>
                </a:lnTo>
                <a:lnTo>
                  <a:pt x="10882138" y="4571992"/>
                </a:lnTo>
                <a:lnTo>
                  <a:pt x="11321614" y="4132516"/>
                </a:lnTo>
                <a:lnTo>
                  <a:pt x="10851132" y="3662034"/>
                </a:lnTo>
                <a:lnTo>
                  <a:pt x="10793656" y="3662034"/>
                </a:lnTo>
                <a:lnTo>
                  <a:pt x="10323175" y="4132515"/>
                </a:lnTo>
                <a:lnTo>
                  <a:pt x="10762651" y="4571991"/>
                </a:lnTo>
                <a:lnTo>
                  <a:pt x="10710406" y="4571992"/>
                </a:lnTo>
                <a:lnTo>
                  <a:pt x="10297052" y="4158638"/>
                </a:lnTo>
                <a:lnTo>
                  <a:pt x="9883699" y="4571992"/>
                </a:lnTo>
                <a:lnTo>
                  <a:pt x="9831456" y="4571992"/>
                </a:lnTo>
                <a:lnTo>
                  <a:pt x="10270931" y="4132517"/>
                </a:lnTo>
                <a:lnTo>
                  <a:pt x="9800448" y="3662034"/>
                </a:lnTo>
                <a:lnTo>
                  <a:pt x="9742974" y="3662034"/>
                </a:lnTo>
                <a:lnTo>
                  <a:pt x="9272491" y="4132517"/>
                </a:lnTo>
                <a:lnTo>
                  <a:pt x="9711968" y="4571993"/>
                </a:lnTo>
                <a:lnTo>
                  <a:pt x="9659723" y="4571993"/>
                </a:lnTo>
                <a:lnTo>
                  <a:pt x="9246369" y="4158639"/>
                </a:lnTo>
                <a:lnTo>
                  <a:pt x="8833016" y="4571992"/>
                </a:lnTo>
                <a:lnTo>
                  <a:pt x="8780772" y="4571992"/>
                </a:lnTo>
                <a:lnTo>
                  <a:pt x="9220247" y="4132517"/>
                </a:lnTo>
                <a:lnTo>
                  <a:pt x="8749764" y="3662034"/>
                </a:lnTo>
                <a:lnTo>
                  <a:pt x="8692294" y="3662034"/>
                </a:lnTo>
                <a:lnTo>
                  <a:pt x="8221812" y="4132516"/>
                </a:lnTo>
                <a:lnTo>
                  <a:pt x="8661288" y="4571992"/>
                </a:lnTo>
                <a:lnTo>
                  <a:pt x="8609042" y="4571992"/>
                </a:lnTo>
                <a:lnTo>
                  <a:pt x="8195689" y="4158639"/>
                </a:lnTo>
                <a:lnTo>
                  <a:pt x="7782334" y="4571994"/>
                </a:lnTo>
                <a:lnTo>
                  <a:pt x="7730092" y="4571994"/>
                </a:lnTo>
                <a:lnTo>
                  <a:pt x="8169568" y="4132518"/>
                </a:lnTo>
                <a:lnTo>
                  <a:pt x="7699085" y="3662034"/>
                </a:lnTo>
                <a:lnTo>
                  <a:pt x="7641614" y="3662034"/>
                </a:lnTo>
                <a:lnTo>
                  <a:pt x="7171129" y="4132518"/>
                </a:lnTo>
                <a:lnTo>
                  <a:pt x="7610604" y="4571993"/>
                </a:lnTo>
                <a:lnTo>
                  <a:pt x="7558360" y="4571993"/>
                </a:lnTo>
                <a:lnTo>
                  <a:pt x="7145007" y="4158640"/>
                </a:lnTo>
                <a:lnTo>
                  <a:pt x="6731655" y="4571993"/>
                </a:lnTo>
                <a:lnTo>
                  <a:pt x="6679410" y="4571993"/>
                </a:lnTo>
                <a:lnTo>
                  <a:pt x="7118885" y="4132518"/>
                </a:lnTo>
                <a:lnTo>
                  <a:pt x="6648402" y="3662034"/>
                </a:lnTo>
                <a:lnTo>
                  <a:pt x="6590932" y="3662034"/>
                </a:lnTo>
                <a:lnTo>
                  <a:pt x="6120448" y="4132519"/>
                </a:lnTo>
                <a:lnTo>
                  <a:pt x="6559922" y="4571993"/>
                </a:lnTo>
                <a:lnTo>
                  <a:pt x="6507678" y="4571993"/>
                </a:lnTo>
                <a:lnTo>
                  <a:pt x="6094326" y="4158641"/>
                </a:lnTo>
                <a:lnTo>
                  <a:pt x="5680985" y="4571992"/>
                </a:lnTo>
                <a:lnTo>
                  <a:pt x="5628744" y="4571992"/>
                </a:lnTo>
                <a:lnTo>
                  <a:pt x="6068205" y="4132519"/>
                </a:lnTo>
                <a:lnTo>
                  <a:pt x="5597731" y="3662034"/>
                </a:lnTo>
                <a:lnTo>
                  <a:pt x="5540263" y="3662034"/>
                </a:lnTo>
                <a:lnTo>
                  <a:pt x="5069789" y="4132518"/>
                </a:lnTo>
                <a:lnTo>
                  <a:pt x="5509253" y="4571993"/>
                </a:lnTo>
                <a:lnTo>
                  <a:pt x="5457012" y="4571993"/>
                </a:lnTo>
                <a:lnTo>
                  <a:pt x="5043664" y="4158640"/>
                </a:lnTo>
                <a:lnTo>
                  <a:pt x="4630303" y="4571992"/>
                </a:lnTo>
                <a:lnTo>
                  <a:pt x="4578059" y="4571992"/>
                </a:lnTo>
                <a:lnTo>
                  <a:pt x="5017539" y="4132518"/>
                </a:lnTo>
                <a:lnTo>
                  <a:pt x="4547049" y="3662034"/>
                </a:lnTo>
                <a:lnTo>
                  <a:pt x="4489581" y="3662034"/>
                </a:lnTo>
                <a:lnTo>
                  <a:pt x="4019108" y="4132519"/>
                </a:lnTo>
                <a:lnTo>
                  <a:pt x="4458568" y="4571993"/>
                </a:lnTo>
                <a:lnTo>
                  <a:pt x="4406323" y="4571993"/>
                </a:lnTo>
                <a:lnTo>
                  <a:pt x="3992985" y="4158641"/>
                </a:lnTo>
                <a:lnTo>
                  <a:pt x="3579645" y="4571992"/>
                </a:lnTo>
                <a:lnTo>
                  <a:pt x="3527403" y="4571992"/>
                </a:lnTo>
                <a:lnTo>
                  <a:pt x="3966864" y="4132520"/>
                </a:lnTo>
                <a:lnTo>
                  <a:pt x="3496388" y="3662034"/>
                </a:lnTo>
                <a:lnTo>
                  <a:pt x="3438920" y="3662034"/>
                </a:lnTo>
                <a:lnTo>
                  <a:pt x="2968432" y="4132519"/>
                </a:lnTo>
                <a:lnTo>
                  <a:pt x="3407908" y="4571992"/>
                </a:lnTo>
                <a:lnTo>
                  <a:pt x="3355663" y="4571992"/>
                </a:lnTo>
                <a:lnTo>
                  <a:pt x="2942311" y="4158641"/>
                </a:lnTo>
                <a:lnTo>
                  <a:pt x="2528961" y="4571991"/>
                </a:lnTo>
                <a:lnTo>
                  <a:pt x="2476717" y="4571991"/>
                </a:lnTo>
                <a:lnTo>
                  <a:pt x="2916189" y="4132519"/>
                </a:lnTo>
                <a:lnTo>
                  <a:pt x="2445706" y="3662034"/>
                </a:lnTo>
                <a:lnTo>
                  <a:pt x="2388237" y="3662034"/>
                </a:lnTo>
                <a:lnTo>
                  <a:pt x="1917745" y="4132520"/>
                </a:lnTo>
                <a:lnTo>
                  <a:pt x="2357225" y="4571992"/>
                </a:lnTo>
                <a:lnTo>
                  <a:pt x="2304981" y="4571993"/>
                </a:lnTo>
                <a:lnTo>
                  <a:pt x="1891623" y="4158642"/>
                </a:lnTo>
                <a:lnTo>
                  <a:pt x="1478275" y="4571991"/>
                </a:lnTo>
                <a:lnTo>
                  <a:pt x="1426031" y="4571991"/>
                </a:lnTo>
                <a:lnTo>
                  <a:pt x="1865501" y="4132520"/>
                </a:lnTo>
                <a:lnTo>
                  <a:pt x="1395017" y="3662034"/>
                </a:lnTo>
                <a:lnTo>
                  <a:pt x="1337551" y="3662034"/>
                </a:lnTo>
                <a:lnTo>
                  <a:pt x="867066" y="4132521"/>
                </a:lnTo>
                <a:lnTo>
                  <a:pt x="1306536" y="4571992"/>
                </a:lnTo>
                <a:lnTo>
                  <a:pt x="1254292" y="4571992"/>
                </a:lnTo>
                <a:lnTo>
                  <a:pt x="840944" y="4158643"/>
                </a:lnTo>
                <a:lnTo>
                  <a:pt x="427595" y="4571993"/>
                </a:lnTo>
                <a:lnTo>
                  <a:pt x="375351" y="4571993"/>
                </a:lnTo>
                <a:lnTo>
                  <a:pt x="814822" y="4132521"/>
                </a:lnTo>
                <a:lnTo>
                  <a:pt x="344336" y="3662034"/>
                </a:lnTo>
                <a:lnTo>
                  <a:pt x="286870" y="3662034"/>
                </a:lnTo>
                <a:lnTo>
                  <a:pt x="5" y="3948900"/>
                </a:lnTo>
                <a:lnTo>
                  <a:pt x="5" y="3896656"/>
                </a:lnTo>
                <a:lnTo>
                  <a:pt x="258369" y="3638291"/>
                </a:lnTo>
                <a:lnTo>
                  <a:pt x="258369" y="3576066"/>
                </a:lnTo>
                <a:lnTo>
                  <a:pt x="1" y="3317698"/>
                </a:lnTo>
                <a:lnTo>
                  <a:pt x="1" y="3265454"/>
                </a:lnTo>
                <a:lnTo>
                  <a:pt x="285756" y="3551209"/>
                </a:lnTo>
                <a:lnTo>
                  <a:pt x="345451" y="3551209"/>
                </a:lnTo>
                <a:lnTo>
                  <a:pt x="814822" y="3081838"/>
                </a:lnTo>
                <a:lnTo>
                  <a:pt x="343880" y="2610895"/>
                </a:lnTo>
                <a:lnTo>
                  <a:pt x="287328" y="2610895"/>
                </a:lnTo>
                <a:lnTo>
                  <a:pt x="6" y="2898217"/>
                </a:lnTo>
                <a:lnTo>
                  <a:pt x="6" y="2845973"/>
                </a:lnTo>
                <a:lnTo>
                  <a:pt x="258373" y="2587605"/>
                </a:lnTo>
                <a:lnTo>
                  <a:pt x="258373" y="2525388"/>
                </a:lnTo>
                <a:lnTo>
                  <a:pt x="1" y="2267015"/>
                </a:lnTo>
                <a:lnTo>
                  <a:pt x="0" y="2214770"/>
                </a:lnTo>
                <a:lnTo>
                  <a:pt x="285299" y="2500070"/>
                </a:lnTo>
                <a:lnTo>
                  <a:pt x="345909" y="2500070"/>
                </a:lnTo>
                <a:lnTo>
                  <a:pt x="814822" y="2031167"/>
                </a:lnTo>
                <a:lnTo>
                  <a:pt x="341616" y="1557959"/>
                </a:lnTo>
                <a:lnTo>
                  <a:pt x="289593" y="1557959"/>
                </a:lnTo>
                <a:lnTo>
                  <a:pt x="4" y="1847551"/>
                </a:lnTo>
                <a:lnTo>
                  <a:pt x="4" y="1795307"/>
                </a:lnTo>
                <a:lnTo>
                  <a:pt x="258377" y="1536932"/>
                </a:lnTo>
                <a:lnTo>
                  <a:pt x="258377" y="1474721"/>
                </a:lnTo>
                <a:lnTo>
                  <a:pt x="2" y="1216345"/>
                </a:lnTo>
                <a:lnTo>
                  <a:pt x="2" y="1164102"/>
                </a:lnTo>
                <a:lnTo>
                  <a:pt x="283034" y="1447135"/>
                </a:lnTo>
                <a:lnTo>
                  <a:pt x="348175" y="1447135"/>
                </a:lnTo>
                <a:lnTo>
                  <a:pt x="814821" y="980486"/>
                </a:lnTo>
                <a:lnTo>
                  <a:pt x="344401" y="510062"/>
                </a:lnTo>
                <a:lnTo>
                  <a:pt x="286805" y="510062"/>
                </a:lnTo>
                <a:lnTo>
                  <a:pt x="5" y="796868"/>
                </a:lnTo>
                <a:lnTo>
                  <a:pt x="5" y="744628"/>
                </a:lnTo>
                <a:lnTo>
                  <a:pt x="258382" y="486242"/>
                </a:lnTo>
                <a:lnTo>
                  <a:pt x="258382" y="424043"/>
                </a:lnTo>
                <a:lnTo>
                  <a:pt x="3" y="165664"/>
                </a:lnTo>
                <a:lnTo>
                  <a:pt x="3" y="113420"/>
                </a:lnTo>
                <a:lnTo>
                  <a:pt x="285820" y="399237"/>
                </a:lnTo>
                <a:lnTo>
                  <a:pt x="345386" y="399237"/>
                </a:lnTo>
                <a:lnTo>
                  <a:pt x="744622" y="2"/>
                </a:lnTo>
                <a:lnTo>
                  <a:pt x="796865" y="2"/>
                </a:lnTo>
                <a:lnTo>
                  <a:pt x="369206" y="427661"/>
                </a:lnTo>
                <a:lnTo>
                  <a:pt x="369206" y="482624"/>
                </a:lnTo>
                <a:lnTo>
                  <a:pt x="840943" y="954364"/>
                </a:lnTo>
                <a:lnTo>
                  <a:pt x="1309187" y="486116"/>
                </a:lnTo>
                <a:lnTo>
                  <a:pt x="1309187" y="424169"/>
                </a:lnTo>
                <a:lnTo>
                  <a:pt x="885019" y="0"/>
                </a:lnTo>
                <a:lnTo>
                  <a:pt x="937262" y="0"/>
                </a:lnTo>
                <a:lnTo>
                  <a:pt x="1336499" y="399237"/>
                </a:lnTo>
                <a:lnTo>
                  <a:pt x="1396066" y="399237"/>
                </a:lnTo>
                <a:lnTo>
                  <a:pt x="1795300" y="3"/>
                </a:lnTo>
                <a:lnTo>
                  <a:pt x="1847544" y="3"/>
                </a:lnTo>
                <a:lnTo>
                  <a:pt x="1420012" y="427535"/>
                </a:lnTo>
                <a:lnTo>
                  <a:pt x="1420012" y="482750"/>
                </a:lnTo>
                <a:lnTo>
                  <a:pt x="1891623" y="954365"/>
                </a:lnTo>
                <a:lnTo>
                  <a:pt x="2360001" y="485992"/>
                </a:lnTo>
                <a:lnTo>
                  <a:pt x="2360001" y="424295"/>
                </a:lnTo>
                <a:lnTo>
                  <a:pt x="1935698" y="0"/>
                </a:lnTo>
                <a:lnTo>
                  <a:pt x="1987943" y="0"/>
                </a:lnTo>
                <a:lnTo>
                  <a:pt x="2387187" y="399237"/>
                </a:lnTo>
                <a:lnTo>
                  <a:pt x="2446755" y="399237"/>
                </a:lnTo>
                <a:lnTo>
                  <a:pt x="2845991" y="2"/>
                </a:lnTo>
                <a:lnTo>
                  <a:pt x="2898236" y="2"/>
                </a:lnTo>
                <a:lnTo>
                  <a:pt x="2470825" y="427411"/>
                </a:lnTo>
                <a:lnTo>
                  <a:pt x="2470825" y="482875"/>
                </a:lnTo>
                <a:lnTo>
                  <a:pt x="2942310" y="954365"/>
                </a:lnTo>
                <a:lnTo>
                  <a:pt x="3410809" y="485866"/>
                </a:lnTo>
                <a:lnTo>
                  <a:pt x="3410809" y="424419"/>
                </a:lnTo>
                <a:lnTo>
                  <a:pt x="2986386" y="0"/>
                </a:lnTo>
                <a:lnTo>
                  <a:pt x="3038626" y="0"/>
                </a:lnTo>
                <a:lnTo>
                  <a:pt x="3437870" y="399237"/>
                </a:lnTo>
                <a:lnTo>
                  <a:pt x="3497441" y="399237"/>
                </a:lnTo>
                <a:lnTo>
                  <a:pt x="3896667" y="2"/>
                </a:lnTo>
                <a:lnTo>
                  <a:pt x="3948913" y="2"/>
                </a:lnTo>
                <a:lnTo>
                  <a:pt x="3521637" y="427285"/>
                </a:lnTo>
                <a:lnTo>
                  <a:pt x="3521637" y="483001"/>
                </a:lnTo>
                <a:lnTo>
                  <a:pt x="3992987" y="954364"/>
                </a:lnTo>
                <a:lnTo>
                  <a:pt x="4461599" y="485738"/>
                </a:lnTo>
                <a:lnTo>
                  <a:pt x="4461599" y="424543"/>
                </a:lnTo>
                <a:lnTo>
                  <a:pt x="4037068" y="1"/>
                </a:lnTo>
                <a:lnTo>
                  <a:pt x="4089312" y="1"/>
                </a:lnTo>
                <a:lnTo>
                  <a:pt x="4488534" y="399237"/>
                </a:lnTo>
                <a:lnTo>
                  <a:pt x="4548100" y="399237"/>
                </a:lnTo>
                <a:lnTo>
                  <a:pt x="4947332" y="4"/>
                </a:lnTo>
                <a:lnTo>
                  <a:pt x="4999581" y="4"/>
                </a:lnTo>
                <a:lnTo>
                  <a:pt x="4572422" y="427156"/>
                </a:lnTo>
                <a:lnTo>
                  <a:pt x="4572422" y="483126"/>
                </a:lnTo>
                <a:lnTo>
                  <a:pt x="5043667" y="954362"/>
                </a:lnTo>
                <a:lnTo>
                  <a:pt x="5512409" y="485609"/>
                </a:lnTo>
                <a:lnTo>
                  <a:pt x="5512409" y="424674"/>
                </a:lnTo>
                <a:lnTo>
                  <a:pt x="5087742" y="1"/>
                </a:lnTo>
                <a:lnTo>
                  <a:pt x="5139977" y="1"/>
                </a:lnTo>
                <a:lnTo>
                  <a:pt x="5539215" y="399237"/>
                </a:lnTo>
                <a:lnTo>
                  <a:pt x="5598781" y="399237"/>
                </a:lnTo>
                <a:lnTo>
                  <a:pt x="5998007" y="2"/>
                </a:lnTo>
                <a:lnTo>
                  <a:pt x="6050249" y="2"/>
                </a:lnTo>
                <a:lnTo>
                  <a:pt x="5623232" y="427030"/>
                </a:lnTo>
                <a:lnTo>
                  <a:pt x="5623232" y="483255"/>
                </a:lnTo>
                <a:lnTo>
                  <a:pt x="6094326" y="954363"/>
                </a:lnTo>
                <a:lnTo>
                  <a:pt x="6563205" y="485481"/>
                </a:lnTo>
                <a:lnTo>
                  <a:pt x="6563205" y="42479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cap="small" spc="200" baseline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A069CB8-F204-4D06-B913-C5A26A89888A}" type="datetimeFigureOut">
              <a:rPr lang="en-US" smtClean="0"/>
              <a:t>9/6/2016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409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B376-B19C-488D-ABEB-03C7E6E9E3E0}" type="datetimeFigureOut">
              <a:rPr lang="en-US" smtClean="0"/>
              <a:t>9/6/2016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8750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24" y="8"/>
            <a:ext cx="12191978" cy="4571994"/>
          </a:xfrm>
          <a:custGeom>
            <a:avLst/>
            <a:gdLst/>
            <a:ahLst/>
            <a:cxnLst/>
            <a:rect l="l" t="t" r="r" b="b"/>
            <a:pathLst>
              <a:path w="12191978" h="4571994">
                <a:moveTo>
                  <a:pt x="1" y="4316129"/>
                </a:moveTo>
                <a:lnTo>
                  <a:pt x="255863" y="4571991"/>
                </a:lnTo>
                <a:lnTo>
                  <a:pt x="203619" y="4571991"/>
                </a:lnTo>
                <a:lnTo>
                  <a:pt x="1" y="4368373"/>
                </a:lnTo>
                <a:close/>
                <a:moveTo>
                  <a:pt x="12191973" y="4312831"/>
                </a:moveTo>
                <a:lnTo>
                  <a:pt x="12191972" y="4365076"/>
                </a:lnTo>
                <a:lnTo>
                  <a:pt x="11985055" y="4571992"/>
                </a:lnTo>
                <a:lnTo>
                  <a:pt x="11932811" y="4571993"/>
                </a:lnTo>
                <a:close/>
                <a:moveTo>
                  <a:pt x="11817249" y="4076816"/>
                </a:moveTo>
                <a:lnTo>
                  <a:pt x="11928074" y="4076816"/>
                </a:lnTo>
                <a:lnTo>
                  <a:pt x="11928074" y="4187641"/>
                </a:lnTo>
                <a:lnTo>
                  <a:pt x="11817249" y="4187641"/>
                </a:lnTo>
                <a:close/>
                <a:moveTo>
                  <a:pt x="10766437" y="4076816"/>
                </a:moveTo>
                <a:lnTo>
                  <a:pt x="10877262" y="4076816"/>
                </a:lnTo>
                <a:lnTo>
                  <a:pt x="10877262" y="4187641"/>
                </a:lnTo>
                <a:lnTo>
                  <a:pt x="10766437" y="4187641"/>
                </a:lnTo>
                <a:close/>
                <a:moveTo>
                  <a:pt x="9715629" y="4076816"/>
                </a:moveTo>
                <a:lnTo>
                  <a:pt x="9826454" y="4076816"/>
                </a:lnTo>
                <a:lnTo>
                  <a:pt x="9826454" y="4187641"/>
                </a:lnTo>
                <a:lnTo>
                  <a:pt x="9715629" y="4187641"/>
                </a:lnTo>
                <a:close/>
                <a:moveTo>
                  <a:pt x="8664821" y="4076816"/>
                </a:moveTo>
                <a:lnTo>
                  <a:pt x="8775646" y="4076816"/>
                </a:lnTo>
                <a:lnTo>
                  <a:pt x="8775646" y="4187641"/>
                </a:lnTo>
                <a:lnTo>
                  <a:pt x="8664821" y="4187641"/>
                </a:lnTo>
                <a:close/>
                <a:moveTo>
                  <a:pt x="7614013" y="4076816"/>
                </a:moveTo>
                <a:lnTo>
                  <a:pt x="7724838" y="4076816"/>
                </a:lnTo>
                <a:lnTo>
                  <a:pt x="7724838" y="4187641"/>
                </a:lnTo>
                <a:lnTo>
                  <a:pt x="7614013" y="4187641"/>
                </a:lnTo>
                <a:close/>
                <a:moveTo>
                  <a:pt x="6563205" y="4076816"/>
                </a:moveTo>
                <a:lnTo>
                  <a:pt x="6674030" y="4076816"/>
                </a:lnTo>
                <a:lnTo>
                  <a:pt x="6674030" y="4187641"/>
                </a:lnTo>
                <a:lnTo>
                  <a:pt x="6563205" y="4187641"/>
                </a:lnTo>
                <a:close/>
                <a:moveTo>
                  <a:pt x="5512397" y="4076816"/>
                </a:moveTo>
                <a:lnTo>
                  <a:pt x="5623222" y="4076816"/>
                </a:lnTo>
                <a:lnTo>
                  <a:pt x="5623222" y="4187641"/>
                </a:lnTo>
                <a:lnTo>
                  <a:pt x="5512397" y="4187641"/>
                </a:lnTo>
                <a:close/>
                <a:moveTo>
                  <a:pt x="4461589" y="4076816"/>
                </a:moveTo>
                <a:lnTo>
                  <a:pt x="4572414" y="4076816"/>
                </a:lnTo>
                <a:lnTo>
                  <a:pt x="4572414" y="4187641"/>
                </a:lnTo>
                <a:lnTo>
                  <a:pt x="4461589" y="4187641"/>
                </a:lnTo>
                <a:close/>
                <a:moveTo>
                  <a:pt x="3410782" y="4076816"/>
                </a:moveTo>
                <a:lnTo>
                  <a:pt x="3521608" y="4076816"/>
                </a:lnTo>
                <a:lnTo>
                  <a:pt x="3521608" y="4187641"/>
                </a:lnTo>
                <a:lnTo>
                  <a:pt x="3410782" y="4187641"/>
                </a:lnTo>
                <a:close/>
                <a:moveTo>
                  <a:pt x="2359975" y="4076816"/>
                </a:moveTo>
                <a:lnTo>
                  <a:pt x="2470800" y="4076816"/>
                </a:lnTo>
                <a:lnTo>
                  <a:pt x="2470800" y="4187641"/>
                </a:lnTo>
                <a:lnTo>
                  <a:pt x="2359975" y="4187641"/>
                </a:lnTo>
                <a:close/>
                <a:moveTo>
                  <a:pt x="1309167" y="4076816"/>
                </a:moveTo>
                <a:lnTo>
                  <a:pt x="1419992" y="4076816"/>
                </a:lnTo>
                <a:lnTo>
                  <a:pt x="1419992" y="4187641"/>
                </a:lnTo>
                <a:lnTo>
                  <a:pt x="1309167" y="4187641"/>
                </a:lnTo>
                <a:close/>
                <a:moveTo>
                  <a:pt x="258359" y="4076816"/>
                </a:moveTo>
                <a:lnTo>
                  <a:pt x="369184" y="4076816"/>
                </a:lnTo>
                <a:lnTo>
                  <a:pt x="369184" y="4187641"/>
                </a:lnTo>
                <a:lnTo>
                  <a:pt x="258359" y="4187641"/>
                </a:lnTo>
                <a:close/>
                <a:moveTo>
                  <a:pt x="11291841" y="3551209"/>
                </a:moveTo>
                <a:lnTo>
                  <a:pt x="11402666" y="3551209"/>
                </a:lnTo>
                <a:lnTo>
                  <a:pt x="11402666" y="3662034"/>
                </a:lnTo>
                <a:lnTo>
                  <a:pt x="11291841" y="3662034"/>
                </a:lnTo>
                <a:close/>
                <a:moveTo>
                  <a:pt x="10241033" y="3551209"/>
                </a:moveTo>
                <a:lnTo>
                  <a:pt x="10351858" y="3551209"/>
                </a:lnTo>
                <a:lnTo>
                  <a:pt x="10351858" y="3662034"/>
                </a:lnTo>
                <a:lnTo>
                  <a:pt x="10241033" y="3662034"/>
                </a:lnTo>
                <a:close/>
                <a:moveTo>
                  <a:pt x="9190225" y="3551209"/>
                </a:moveTo>
                <a:lnTo>
                  <a:pt x="9301050" y="3551209"/>
                </a:lnTo>
                <a:lnTo>
                  <a:pt x="9301050" y="3662034"/>
                </a:lnTo>
                <a:lnTo>
                  <a:pt x="9190225" y="3662034"/>
                </a:lnTo>
                <a:close/>
                <a:moveTo>
                  <a:pt x="8139417" y="3551209"/>
                </a:moveTo>
                <a:lnTo>
                  <a:pt x="8250242" y="3551209"/>
                </a:lnTo>
                <a:lnTo>
                  <a:pt x="8250242" y="3662034"/>
                </a:lnTo>
                <a:lnTo>
                  <a:pt x="8139417" y="3662034"/>
                </a:lnTo>
                <a:close/>
                <a:moveTo>
                  <a:pt x="7088609" y="3551209"/>
                </a:moveTo>
                <a:lnTo>
                  <a:pt x="7199434" y="3551209"/>
                </a:lnTo>
                <a:lnTo>
                  <a:pt x="7199434" y="3662034"/>
                </a:lnTo>
                <a:lnTo>
                  <a:pt x="7088609" y="3662034"/>
                </a:lnTo>
                <a:close/>
                <a:moveTo>
                  <a:pt x="6037801" y="3551209"/>
                </a:moveTo>
                <a:lnTo>
                  <a:pt x="6148626" y="3551209"/>
                </a:lnTo>
                <a:lnTo>
                  <a:pt x="6148626" y="3662034"/>
                </a:lnTo>
                <a:lnTo>
                  <a:pt x="6037801" y="3662034"/>
                </a:lnTo>
                <a:close/>
                <a:moveTo>
                  <a:pt x="4986998" y="3551209"/>
                </a:moveTo>
                <a:lnTo>
                  <a:pt x="5097826" y="3551209"/>
                </a:lnTo>
                <a:lnTo>
                  <a:pt x="5097826" y="3662034"/>
                </a:lnTo>
                <a:lnTo>
                  <a:pt x="4986998" y="3662034"/>
                </a:lnTo>
                <a:close/>
                <a:moveTo>
                  <a:pt x="3936196" y="3551209"/>
                </a:moveTo>
                <a:lnTo>
                  <a:pt x="4047020" y="3551209"/>
                </a:lnTo>
                <a:lnTo>
                  <a:pt x="4047020" y="3662034"/>
                </a:lnTo>
                <a:lnTo>
                  <a:pt x="3936196" y="3662034"/>
                </a:lnTo>
                <a:close/>
                <a:moveTo>
                  <a:pt x="2885389" y="3551209"/>
                </a:moveTo>
                <a:lnTo>
                  <a:pt x="2996214" y="3551209"/>
                </a:lnTo>
                <a:lnTo>
                  <a:pt x="2996214" y="3662034"/>
                </a:lnTo>
                <a:lnTo>
                  <a:pt x="2885389" y="3662034"/>
                </a:lnTo>
                <a:close/>
                <a:moveTo>
                  <a:pt x="1834579" y="3551209"/>
                </a:moveTo>
                <a:lnTo>
                  <a:pt x="1945404" y="3551209"/>
                </a:lnTo>
                <a:lnTo>
                  <a:pt x="1945404" y="3662034"/>
                </a:lnTo>
                <a:lnTo>
                  <a:pt x="1834579" y="3662034"/>
                </a:lnTo>
                <a:close/>
                <a:moveTo>
                  <a:pt x="783773" y="3551209"/>
                </a:moveTo>
                <a:lnTo>
                  <a:pt x="894598" y="3551209"/>
                </a:lnTo>
                <a:lnTo>
                  <a:pt x="894598" y="3662034"/>
                </a:lnTo>
                <a:lnTo>
                  <a:pt x="783773" y="3662034"/>
                </a:lnTo>
                <a:close/>
                <a:moveTo>
                  <a:pt x="2942310" y="3107960"/>
                </a:moveTo>
                <a:lnTo>
                  <a:pt x="2470811" y="3579460"/>
                </a:lnTo>
                <a:lnTo>
                  <a:pt x="2470811" y="3634896"/>
                </a:lnTo>
                <a:lnTo>
                  <a:pt x="2942311" y="4106397"/>
                </a:lnTo>
                <a:lnTo>
                  <a:pt x="3410794" y="3637915"/>
                </a:lnTo>
                <a:lnTo>
                  <a:pt x="3410794" y="3576442"/>
                </a:lnTo>
                <a:close/>
                <a:moveTo>
                  <a:pt x="840944" y="3107960"/>
                </a:moveTo>
                <a:lnTo>
                  <a:pt x="369194" y="3579710"/>
                </a:lnTo>
                <a:lnTo>
                  <a:pt x="369194" y="3634648"/>
                </a:lnTo>
                <a:lnTo>
                  <a:pt x="840944" y="4106399"/>
                </a:lnTo>
                <a:lnTo>
                  <a:pt x="1309176" y="3638165"/>
                </a:lnTo>
                <a:lnTo>
                  <a:pt x="1309176" y="3576193"/>
                </a:lnTo>
                <a:close/>
                <a:moveTo>
                  <a:pt x="3992986" y="3107959"/>
                </a:moveTo>
                <a:lnTo>
                  <a:pt x="3521621" y="3579335"/>
                </a:lnTo>
                <a:lnTo>
                  <a:pt x="3521621" y="3635021"/>
                </a:lnTo>
                <a:lnTo>
                  <a:pt x="3992986" y="4106398"/>
                </a:lnTo>
                <a:lnTo>
                  <a:pt x="4461593" y="3637778"/>
                </a:lnTo>
                <a:lnTo>
                  <a:pt x="4461593" y="3576578"/>
                </a:lnTo>
                <a:close/>
                <a:moveTo>
                  <a:pt x="1891624" y="3107959"/>
                </a:moveTo>
                <a:lnTo>
                  <a:pt x="1420001" y="3579584"/>
                </a:lnTo>
                <a:lnTo>
                  <a:pt x="1420001" y="3634774"/>
                </a:lnTo>
                <a:lnTo>
                  <a:pt x="1891623" y="4106397"/>
                </a:lnTo>
                <a:lnTo>
                  <a:pt x="2359987" y="3638040"/>
                </a:lnTo>
                <a:lnTo>
                  <a:pt x="2359987" y="3576315"/>
                </a:lnTo>
                <a:close/>
                <a:moveTo>
                  <a:pt x="8195689" y="3107959"/>
                </a:moveTo>
                <a:lnTo>
                  <a:pt x="7724838" y="3578810"/>
                </a:lnTo>
                <a:lnTo>
                  <a:pt x="7724838" y="3635541"/>
                </a:lnTo>
                <a:lnTo>
                  <a:pt x="8195691" y="4106395"/>
                </a:lnTo>
                <a:lnTo>
                  <a:pt x="8664821" y="3637265"/>
                </a:lnTo>
                <a:lnTo>
                  <a:pt x="8664821" y="3577091"/>
                </a:lnTo>
                <a:close/>
                <a:moveTo>
                  <a:pt x="5043664" y="3107959"/>
                </a:moveTo>
                <a:lnTo>
                  <a:pt x="4572419" y="3579197"/>
                </a:lnTo>
                <a:lnTo>
                  <a:pt x="4572419" y="3635159"/>
                </a:lnTo>
                <a:lnTo>
                  <a:pt x="5043662" y="4106396"/>
                </a:lnTo>
                <a:lnTo>
                  <a:pt x="5512402" y="3637650"/>
                </a:lnTo>
                <a:lnTo>
                  <a:pt x="5512402" y="3576704"/>
                </a:lnTo>
                <a:close/>
                <a:moveTo>
                  <a:pt x="6094326" y="3107958"/>
                </a:moveTo>
                <a:lnTo>
                  <a:pt x="5623226" y="3579070"/>
                </a:lnTo>
                <a:lnTo>
                  <a:pt x="5623226" y="3635285"/>
                </a:lnTo>
                <a:lnTo>
                  <a:pt x="6094326" y="4106397"/>
                </a:lnTo>
                <a:lnTo>
                  <a:pt x="6563205" y="3637518"/>
                </a:lnTo>
                <a:lnTo>
                  <a:pt x="6563205" y="3576837"/>
                </a:lnTo>
                <a:close/>
                <a:moveTo>
                  <a:pt x="9246372" y="3107957"/>
                </a:moveTo>
                <a:lnTo>
                  <a:pt x="8775646" y="3578683"/>
                </a:lnTo>
                <a:lnTo>
                  <a:pt x="8775646" y="3635671"/>
                </a:lnTo>
                <a:lnTo>
                  <a:pt x="9246369" y="4106395"/>
                </a:lnTo>
                <a:lnTo>
                  <a:pt x="9715629" y="3637135"/>
                </a:lnTo>
                <a:lnTo>
                  <a:pt x="9715629" y="3577215"/>
                </a:lnTo>
                <a:close/>
                <a:moveTo>
                  <a:pt x="7145009" y="3107957"/>
                </a:moveTo>
                <a:lnTo>
                  <a:pt x="6674030" y="3578936"/>
                </a:lnTo>
                <a:lnTo>
                  <a:pt x="6674030" y="3635418"/>
                </a:lnTo>
                <a:lnTo>
                  <a:pt x="7145007" y="4106396"/>
                </a:lnTo>
                <a:lnTo>
                  <a:pt x="7614013" y="3637390"/>
                </a:lnTo>
                <a:lnTo>
                  <a:pt x="7614013" y="3576961"/>
                </a:lnTo>
                <a:close/>
                <a:moveTo>
                  <a:pt x="11347734" y="3107957"/>
                </a:moveTo>
                <a:lnTo>
                  <a:pt x="10877262" y="3578428"/>
                </a:lnTo>
                <a:lnTo>
                  <a:pt x="10877262" y="3635922"/>
                </a:lnTo>
                <a:lnTo>
                  <a:pt x="11347735" y="4106396"/>
                </a:lnTo>
                <a:lnTo>
                  <a:pt x="11817249" y="3636882"/>
                </a:lnTo>
                <a:lnTo>
                  <a:pt x="11817249" y="3577472"/>
                </a:lnTo>
                <a:close/>
                <a:moveTo>
                  <a:pt x="10297053" y="3107955"/>
                </a:moveTo>
                <a:lnTo>
                  <a:pt x="9826454" y="3578554"/>
                </a:lnTo>
                <a:lnTo>
                  <a:pt x="9826454" y="3635794"/>
                </a:lnTo>
                <a:lnTo>
                  <a:pt x="10297054" y="4106394"/>
                </a:lnTo>
                <a:lnTo>
                  <a:pt x="10766437" y="3637011"/>
                </a:lnTo>
                <a:lnTo>
                  <a:pt x="10766437" y="3577339"/>
                </a:lnTo>
                <a:close/>
                <a:moveTo>
                  <a:pt x="11817249" y="3027334"/>
                </a:moveTo>
                <a:lnTo>
                  <a:pt x="11928074" y="3027334"/>
                </a:lnTo>
                <a:lnTo>
                  <a:pt x="11928074" y="3138159"/>
                </a:lnTo>
                <a:lnTo>
                  <a:pt x="11817249" y="3138159"/>
                </a:lnTo>
                <a:close/>
                <a:moveTo>
                  <a:pt x="10766437" y="3027334"/>
                </a:moveTo>
                <a:lnTo>
                  <a:pt x="10877262" y="3027334"/>
                </a:lnTo>
                <a:lnTo>
                  <a:pt x="10877262" y="3138159"/>
                </a:lnTo>
                <a:lnTo>
                  <a:pt x="10766437" y="3138159"/>
                </a:lnTo>
                <a:close/>
                <a:moveTo>
                  <a:pt x="9715629" y="3027334"/>
                </a:moveTo>
                <a:lnTo>
                  <a:pt x="9826454" y="3027334"/>
                </a:lnTo>
                <a:lnTo>
                  <a:pt x="9826454" y="3138159"/>
                </a:lnTo>
                <a:lnTo>
                  <a:pt x="9715629" y="3138159"/>
                </a:lnTo>
                <a:close/>
                <a:moveTo>
                  <a:pt x="8664821" y="3027334"/>
                </a:moveTo>
                <a:lnTo>
                  <a:pt x="8775646" y="3027334"/>
                </a:lnTo>
                <a:lnTo>
                  <a:pt x="8775646" y="3138159"/>
                </a:lnTo>
                <a:lnTo>
                  <a:pt x="8664821" y="3138159"/>
                </a:lnTo>
                <a:close/>
                <a:moveTo>
                  <a:pt x="7614013" y="3027334"/>
                </a:moveTo>
                <a:lnTo>
                  <a:pt x="7724838" y="3027334"/>
                </a:lnTo>
                <a:lnTo>
                  <a:pt x="7724838" y="3138159"/>
                </a:lnTo>
                <a:lnTo>
                  <a:pt x="7614013" y="3138159"/>
                </a:lnTo>
                <a:close/>
                <a:moveTo>
                  <a:pt x="6563205" y="3027334"/>
                </a:moveTo>
                <a:lnTo>
                  <a:pt x="6674030" y="3027334"/>
                </a:lnTo>
                <a:lnTo>
                  <a:pt x="6674030" y="3138159"/>
                </a:lnTo>
                <a:lnTo>
                  <a:pt x="6563205" y="3138159"/>
                </a:lnTo>
                <a:close/>
                <a:moveTo>
                  <a:pt x="5512400" y="3027334"/>
                </a:moveTo>
                <a:lnTo>
                  <a:pt x="5623225" y="3027334"/>
                </a:lnTo>
                <a:lnTo>
                  <a:pt x="5623225" y="3138159"/>
                </a:lnTo>
                <a:lnTo>
                  <a:pt x="5512400" y="3138159"/>
                </a:lnTo>
                <a:close/>
                <a:moveTo>
                  <a:pt x="4461592" y="3027334"/>
                </a:moveTo>
                <a:lnTo>
                  <a:pt x="4572417" y="3027334"/>
                </a:lnTo>
                <a:lnTo>
                  <a:pt x="4572417" y="3138159"/>
                </a:lnTo>
                <a:lnTo>
                  <a:pt x="4461592" y="3138159"/>
                </a:lnTo>
                <a:close/>
                <a:moveTo>
                  <a:pt x="3410790" y="3027334"/>
                </a:moveTo>
                <a:lnTo>
                  <a:pt x="3521616" y="3027334"/>
                </a:lnTo>
                <a:lnTo>
                  <a:pt x="3521616" y="3138159"/>
                </a:lnTo>
                <a:lnTo>
                  <a:pt x="3410790" y="3138159"/>
                </a:lnTo>
                <a:close/>
                <a:moveTo>
                  <a:pt x="2359982" y="3027334"/>
                </a:moveTo>
                <a:lnTo>
                  <a:pt x="2470807" y="3027334"/>
                </a:lnTo>
                <a:lnTo>
                  <a:pt x="2470807" y="3138159"/>
                </a:lnTo>
                <a:lnTo>
                  <a:pt x="2359982" y="3138159"/>
                </a:lnTo>
                <a:close/>
                <a:moveTo>
                  <a:pt x="1309173" y="3027334"/>
                </a:moveTo>
                <a:lnTo>
                  <a:pt x="1419997" y="3027334"/>
                </a:lnTo>
                <a:lnTo>
                  <a:pt x="1419997" y="3138159"/>
                </a:lnTo>
                <a:lnTo>
                  <a:pt x="1309173" y="3138159"/>
                </a:lnTo>
                <a:close/>
                <a:moveTo>
                  <a:pt x="258365" y="3027334"/>
                </a:moveTo>
                <a:lnTo>
                  <a:pt x="369190" y="3027334"/>
                </a:lnTo>
                <a:lnTo>
                  <a:pt x="369190" y="3138159"/>
                </a:lnTo>
                <a:lnTo>
                  <a:pt x="258365" y="3138159"/>
                </a:lnTo>
                <a:close/>
                <a:moveTo>
                  <a:pt x="10794114" y="2610895"/>
                </a:moveTo>
                <a:lnTo>
                  <a:pt x="10323174" y="3081834"/>
                </a:lnTo>
                <a:lnTo>
                  <a:pt x="10792548" y="3551209"/>
                </a:lnTo>
                <a:lnTo>
                  <a:pt x="10852239" y="3551209"/>
                </a:lnTo>
                <a:lnTo>
                  <a:pt x="11321612" y="3081835"/>
                </a:lnTo>
                <a:lnTo>
                  <a:pt x="10850672" y="2610895"/>
                </a:lnTo>
                <a:close/>
                <a:moveTo>
                  <a:pt x="9743434" y="2610895"/>
                </a:moveTo>
                <a:lnTo>
                  <a:pt x="9272494" y="3081834"/>
                </a:lnTo>
                <a:lnTo>
                  <a:pt x="9741869" y="3551209"/>
                </a:lnTo>
                <a:lnTo>
                  <a:pt x="9801555" y="3551209"/>
                </a:lnTo>
                <a:lnTo>
                  <a:pt x="10270931" y="3081833"/>
                </a:lnTo>
                <a:lnTo>
                  <a:pt x="9799992" y="2610895"/>
                </a:lnTo>
                <a:close/>
                <a:moveTo>
                  <a:pt x="8692754" y="2610895"/>
                </a:moveTo>
                <a:lnTo>
                  <a:pt x="8221811" y="3081837"/>
                </a:lnTo>
                <a:lnTo>
                  <a:pt x="8691183" y="3551209"/>
                </a:lnTo>
                <a:lnTo>
                  <a:pt x="8750876" y="3551209"/>
                </a:lnTo>
                <a:lnTo>
                  <a:pt x="9220250" y="3081835"/>
                </a:lnTo>
                <a:lnTo>
                  <a:pt x="8749310" y="2610895"/>
                </a:lnTo>
                <a:close/>
                <a:moveTo>
                  <a:pt x="7642070" y="2610895"/>
                </a:moveTo>
                <a:lnTo>
                  <a:pt x="7171131" y="3081835"/>
                </a:lnTo>
                <a:lnTo>
                  <a:pt x="7640505" y="3551209"/>
                </a:lnTo>
                <a:lnTo>
                  <a:pt x="7700194" y="3551209"/>
                </a:lnTo>
                <a:lnTo>
                  <a:pt x="8169567" y="3081836"/>
                </a:lnTo>
                <a:lnTo>
                  <a:pt x="7698625" y="2610895"/>
                </a:lnTo>
                <a:close/>
                <a:moveTo>
                  <a:pt x="6591389" y="2610895"/>
                </a:moveTo>
                <a:lnTo>
                  <a:pt x="6120448" y="3081836"/>
                </a:lnTo>
                <a:lnTo>
                  <a:pt x="6589820" y="3551209"/>
                </a:lnTo>
                <a:lnTo>
                  <a:pt x="6649514" y="3551209"/>
                </a:lnTo>
                <a:lnTo>
                  <a:pt x="7118887" y="3081836"/>
                </a:lnTo>
                <a:lnTo>
                  <a:pt x="6647947" y="2610895"/>
                </a:lnTo>
                <a:close/>
                <a:moveTo>
                  <a:pt x="5540722" y="2610895"/>
                </a:moveTo>
                <a:lnTo>
                  <a:pt x="5069790" y="3081837"/>
                </a:lnTo>
                <a:lnTo>
                  <a:pt x="5539152" y="3551209"/>
                </a:lnTo>
                <a:lnTo>
                  <a:pt x="5598843" y="3551209"/>
                </a:lnTo>
                <a:lnTo>
                  <a:pt x="6068204" y="3081836"/>
                </a:lnTo>
                <a:lnTo>
                  <a:pt x="5597274" y="2610895"/>
                </a:lnTo>
                <a:close/>
                <a:moveTo>
                  <a:pt x="4490039" y="2610895"/>
                </a:moveTo>
                <a:lnTo>
                  <a:pt x="4019108" y="3081837"/>
                </a:lnTo>
                <a:lnTo>
                  <a:pt x="4488467" y="3551209"/>
                </a:lnTo>
                <a:lnTo>
                  <a:pt x="4548162" y="3551209"/>
                </a:lnTo>
                <a:lnTo>
                  <a:pt x="5017539" y="3081837"/>
                </a:lnTo>
                <a:lnTo>
                  <a:pt x="4546591" y="2610895"/>
                </a:lnTo>
                <a:close/>
                <a:moveTo>
                  <a:pt x="3439377" y="2610895"/>
                </a:moveTo>
                <a:lnTo>
                  <a:pt x="2968431" y="3081838"/>
                </a:lnTo>
                <a:lnTo>
                  <a:pt x="3437805" y="3551209"/>
                </a:lnTo>
                <a:lnTo>
                  <a:pt x="3497502" y="3551209"/>
                </a:lnTo>
                <a:lnTo>
                  <a:pt x="3966864" y="3081837"/>
                </a:lnTo>
                <a:lnTo>
                  <a:pt x="3495931" y="2610895"/>
                </a:lnTo>
                <a:close/>
                <a:moveTo>
                  <a:pt x="2388695" y="2610895"/>
                </a:moveTo>
                <a:lnTo>
                  <a:pt x="1917746" y="3081837"/>
                </a:lnTo>
                <a:lnTo>
                  <a:pt x="2387125" y="3551209"/>
                </a:lnTo>
                <a:lnTo>
                  <a:pt x="2446819" y="3551209"/>
                </a:lnTo>
                <a:lnTo>
                  <a:pt x="2916188" y="3081838"/>
                </a:lnTo>
                <a:lnTo>
                  <a:pt x="2445246" y="2610895"/>
                </a:lnTo>
                <a:close/>
                <a:moveTo>
                  <a:pt x="1338007" y="2610895"/>
                </a:moveTo>
                <a:lnTo>
                  <a:pt x="867066" y="3081838"/>
                </a:lnTo>
                <a:lnTo>
                  <a:pt x="1336436" y="3551209"/>
                </a:lnTo>
                <a:lnTo>
                  <a:pt x="1396132" y="3551209"/>
                </a:lnTo>
                <a:lnTo>
                  <a:pt x="1865502" y="3081837"/>
                </a:lnTo>
                <a:lnTo>
                  <a:pt x="1394561" y="2610895"/>
                </a:lnTo>
                <a:close/>
                <a:moveTo>
                  <a:pt x="11291841" y="2500070"/>
                </a:moveTo>
                <a:lnTo>
                  <a:pt x="11402666" y="2500070"/>
                </a:lnTo>
                <a:lnTo>
                  <a:pt x="11402666" y="2610895"/>
                </a:lnTo>
                <a:lnTo>
                  <a:pt x="11291841" y="2610895"/>
                </a:lnTo>
                <a:close/>
                <a:moveTo>
                  <a:pt x="10241033" y="2500070"/>
                </a:moveTo>
                <a:lnTo>
                  <a:pt x="10351858" y="2500070"/>
                </a:lnTo>
                <a:lnTo>
                  <a:pt x="10351858" y="2610895"/>
                </a:lnTo>
                <a:lnTo>
                  <a:pt x="10241033" y="2610895"/>
                </a:lnTo>
                <a:close/>
                <a:moveTo>
                  <a:pt x="9190225" y="2500070"/>
                </a:moveTo>
                <a:lnTo>
                  <a:pt x="9301050" y="2500070"/>
                </a:lnTo>
                <a:lnTo>
                  <a:pt x="9301050" y="2610895"/>
                </a:lnTo>
                <a:lnTo>
                  <a:pt x="9190225" y="2610895"/>
                </a:lnTo>
                <a:close/>
                <a:moveTo>
                  <a:pt x="8139417" y="2500070"/>
                </a:moveTo>
                <a:lnTo>
                  <a:pt x="8250242" y="2500070"/>
                </a:lnTo>
                <a:lnTo>
                  <a:pt x="8250242" y="2610895"/>
                </a:lnTo>
                <a:lnTo>
                  <a:pt x="8139417" y="2610895"/>
                </a:lnTo>
                <a:close/>
                <a:moveTo>
                  <a:pt x="7088609" y="2500070"/>
                </a:moveTo>
                <a:lnTo>
                  <a:pt x="7199434" y="2500070"/>
                </a:lnTo>
                <a:lnTo>
                  <a:pt x="7199434" y="2610895"/>
                </a:lnTo>
                <a:lnTo>
                  <a:pt x="7088609" y="2610895"/>
                </a:lnTo>
                <a:close/>
                <a:moveTo>
                  <a:pt x="6037801" y="2500070"/>
                </a:moveTo>
                <a:lnTo>
                  <a:pt x="6148626" y="2500070"/>
                </a:lnTo>
                <a:lnTo>
                  <a:pt x="6148626" y="2610895"/>
                </a:lnTo>
                <a:lnTo>
                  <a:pt x="6037801" y="2610895"/>
                </a:lnTo>
                <a:close/>
                <a:moveTo>
                  <a:pt x="4987000" y="2500070"/>
                </a:moveTo>
                <a:lnTo>
                  <a:pt x="5097829" y="2500070"/>
                </a:lnTo>
                <a:lnTo>
                  <a:pt x="5097829" y="2610895"/>
                </a:lnTo>
                <a:lnTo>
                  <a:pt x="4987000" y="2610895"/>
                </a:lnTo>
                <a:close/>
                <a:moveTo>
                  <a:pt x="3936200" y="2500070"/>
                </a:moveTo>
                <a:lnTo>
                  <a:pt x="4047024" y="2500070"/>
                </a:lnTo>
                <a:lnTo>
                  <a:pt x="4047024" y="2610895"/>
                </a:lnTo>
                <a:lnTo>
                  <a:pt x="3936200" y="2610895"/>
                </a:lnTo>
                <a:close/>
                <a:moveTo>
                  <a:pt x="2885393" y="2500070"/>
                </a:moveTo>
                <a:lnTo>
                  <a:pt x="2996218" y="2500070"/>
                </a:lnTo>
                <a:lnTo>
                  <a:pt x="2996218" y="2610895"/>
                </a:lnTo>
                <a:lnTo>
                  <a:pt x="2885393" y="2610895"/>
                </a:lnTo>
                <a:close/>
                <a:moveTo>
                  <a:pt x="1834583" y="2500070"/>
                </a:moveTo>
                <a:lnTo>
                  <a:pt x="1945408" y="2500070"/>
                </a:lnTo>
                <a:lnTo>
                  <a:pt x="1945408" y="2610895"/>
                </a:lnTo>
                <a:lnTo>
                  <a:pt x="1834583" y="2610895"/>
                </a:lnTo>
                <a:close/>
                <a:moveTo>
                  <a:pt x="783777" y="2500070"/>
                </a:moveTo>
                <a:lnTo>
                  <a:pt x="894602" y="2500070"/>
                </a:lnTo>
                <a:lnTo>
                  <a:pt x="894602" y="2610895"/>
                </a:lnTo>
                <a:lnTo>
                  <a:pt x="783777" y="2610895"/>
                </a:lnTo>
                <a:close/>
                <a:moveTo>
                  <a:pt x="1891623" y="2057291"/>
                </a:moveTo>
                <a:lnTo>
                  <a:pt x="1420005" y="2528898"/>
                </a:lnTo>
                <a:lnTo>
                  <a:pt x="1420005" y="2584095"/>
                </a:lnTo>
                <a:lnTo>
                  <a:pt x="1891624" y="3055715"/>
                </a:lnTo>
                <a:lnTo>
                  <a:pt x="2359991" y="2587356"/>
                </a:lnTo>
                <a:lnTo>
                  <a:pt x="2359991" y="2525640"/>
                </a:lnTo>
                <a:close/>
                <a:moveTo>
                  <a:pt x="2942310" y="2057291"/>
                </a:moveTo>
                <a:lnTo>
                  <a:pt x="2470816" y="2528774"/>
                </a:lnTo>
                <a:lnTo>
                  <a:pt x="2470816" y="2584221"/>
                </a:lnTo>
                <a:lnTo>
                  <a:pt x="2942310" y="3055716"/>
                </a:lnTo>
                <a:lnTo>
                  <a:pt x="3410799" y="2587229"/>
                </a:lnTo>
                <a:lnTo>
                  <a:pt x="3410799" y="2525765"/>
                </a:lnTo>
                <a:close/>
                <a:moveTo>
                  <a:pt x="3992986" y="2057290"/>
                </a:moveTo>
                <a:lnTo>
                  <a:pt x="3521627" y="2528649"/>
                </a:lnTo>
                <a:lnTo>
                  <a:pt x="3521627" y="2584345"/>
                </a:lnTo>
                <a:lnTo>
                  <a:pt x="3992986" y="3055715"/>
                </a:lnTo>
                <a:lnTo>
                  <a:pt x="4461596" y="2587094"/>
                </a:lnTo>
                <a:lnTo>
                  <a:pt x="4461596" y="2525899"/>
                </a:lnTo>
                <a:close/>
                <a:moveTo>
                  <a:pt x="840944" y="2057289"/>
                </a:moveTo>
                <a:lnTo>
                  <a:pt x="369198" y="2529024"/>
                </a:lnTo>
                <a:lnTo>
                  <a:pt x="369198" y="2583969"/>
                </a:lnTo>
                <a:lnTo>
                  <a:pt x="840944" y="3055716"/>
                </a:lnTo>
                <a:lnTo>
                  <a:pt x="1309180" y="2587479"/>
                </a:lnTo>
                <a:lnTo>
                  <a:pt x="1309180" y="2525514"/>
                </a:lnTo>
                <a:close/>
                <a:moveTo>
                  <a:pt x="7145007" y="2057289"/>
                </a:moveTo>
                <a:lnTo>
                  <a:pt x="6674030" y="2528255"/>
                </a:lnTo>
                <a:lnTo>
                  <a:pt x="6674030" y="2584733"/>
                </a:lnTo>
                <a:lnTo>
                  <a:pt x="7145010" y="3055713"/>
                </a:lnTo>
                <a:lnTo>
                  <a:pt x="7614013" y="2586710"/>
                </a:lnTo>
                <a:lnTo>
                  <a:pt x="7614013" y="2526283"/>
                </a:lnTo>
                <a:close/>
                <a:moveTo>
                  <a:pt x="5043664" y="2057289"/>
                </a:moveTo>
                <a:lnTo>
                  <a:pt x="4572421" y="2528513"/>
                </a:lnTo>
                <a:lnTo>
                  <a:pt x="4572421" y="2584480"/>
                </a:lnTo>
                <a:lnTo>
                  <a:pt x="5043664" y="3055715"/>
                </a:lnTo>
                <a:lnTo>
                  <a:pt x="5512404" y="2586968"/>
                </a:lnTo>
                <a:lnTo>
                  <a:pt x="5512404" y="2526024"/>
                </a:lnTo>
                <a:close/>
                <a:moveTo>
                  <a:pt x="10297053" y="2057288"/>
                </a:moveTo>
                <a:lnTo>
                  <a:pt x="9826454" y="2527875"/>
                </a:lnTo>
                <a:lnTo>
                  <a:pt x="9826454" y="2585115"/>
                </a:lnTo>
                <a:lnTo>
                  <a:pt x="10297052" y="3055713"/>
                </a:lnTo>
                <a:lnTo>
                  <a:pt x="10766437" y="2586328"/>
                </a:lnTo>
                <a:lnTo>
                  <a:pt x="10766437" y="2526660"/>
                </a:lnTo>
                <a:close/>
                <a:moveTo>
                  <a:pt x="9246373" y="2057288"/>
                </a:moveTo>
                <a:lnTo>
                  <a:pt x="8775646" y="2528002"/>
                </a:lnTo>
                <a:lnTo>
                  <a:pt x="8775646" y="2584986"/>
                </a:lnTo>
                <a:lnTo>
                  <a:pt x="9246373" y="3055713"/>
                </a:lnTo>
                <a:lnTo>
                  <a:pt x="9715629" y="2586457"/>
                </a:lnTo>
                <a:lnTo>
                  <a:pt x="9715629" y="2526532"/>
                </a:lnTo>
                <a:close/>
                <a:moveTo>
                  <a:pt x="8195690" y="2057288"/>
                </a:moveTo>
                <a:lnTo>
                  <a:pt x="7724838" y="2528128"/>
                </a:lnTo>
                <a:lnTo>
                  <a:pt x="7724838" y="2584864"/>
                </a:lnTo>
                <a:lnTo>
                  <a:pt x="8195689" y="3055714"/>
                </a:lnTo>
                <a:lnTo>
                  <a:pt x="8664821" y="2586582"/>
                </a:lnTo>
                <a:lnTo>
                  <a:pt x="8664821" y="2526406"/>
                </a:lnTo>
                <a:close/>
                <a:moveTo>
                  <a:pt x="6094328" y="2057287"/>
                </a:moveTo>
                <a:lnTo>
                  <a:pt x="5623228" y="2528386"/>
                </a:lnTo>
                <a:lnTo>
                  <a:pt x="5623228" y="2584606"/>
                </a:lnTo>
                <a:lnTo>
                  <a:pt x="6094325" y="3055714"/>
                </a:lnTo>
                <a:lnTo>
                  <a:pt x="6563205" y="2586835"/>
                </a:lnTo>
                <a:lnTo>
                  <a:pt x="6563205" y="2526153"/>
                </a:lnTo>
                <a:close/>
                <a:moveTo>
                  <a:pt x="11347736" y="2057286"/>
                </a:moveTo>
                <a:lnTo>
                  <a:pt x="10877262" y="2527747"/>
                </a:lnTo>
                <a:lnTo>
                  <a:pt x="10877262" y="2585241"/>
                </a:lnTo>
                <a:lnTo>
                  <a:pt x="11347734" y="3055713"/>
                </a:lnTo>
                <a:lnTo>
                  <a:pt x="11817249" y="2586199"/>
                </a:lnTo>
                <a:lnTo>
                  <a:pt x="11817249" y="2526787"/>
                </a:lnTo>
                <a:close/>
                <a:moveTo>
                  <a:pt x="258363" y="1973449"/>
                </a:moveTo>
                <a:lnTo>
                  <a:pt x="369188" y="1973449"/>
                </a:lnTo>
                <a:lnTo>
                  <a:pt x="369188" y="2084274"/>
                </a:lnTo>
                <a:lnTo>
                  <a:pt x="258363" y="2084274"/>
                </a:lnTo>
                <a:close/>
                <a:moveTo>
                  <a:pt x="2359980" y="1973449"/>
                </a:moveTo>
                <a:lnTo>
                  <a:pt x="2470805" y="1973449"/>
                </a:lnTo>
                <a:lnTo>
                  <a:pt x="2470805" y="2084274"/>
                </a:lnTo>
                <a:lnTo>
                  <a:pt x="2359980" y="2084274"/>
                </a:lnTo>
                <a:close/>
                <a:moveTo>
                  <a:pt x="1309171" y="1973449"/>
                </a:moveTo>
                <a:lnTo>
                  <a:pt x="1419995" y="1973449"/>
                </a:lnTo>
                <a:lnTo>
                  <a:pt x="1419995" y="2084274"/>
                </a:lnTo>
                <a:lnTo>
                  <a:pt x="1309171" y="2084274"/>
                </a:lnTo>
                <a:close/>
                <a:moveTo>
                  <a:pt x="4461591" y="1973448"/>
                </a:moveTo>
                <a:lnTo>
                  <a:pt x="4572416" y="1973448"/>
                </a:lnTo>
                <a:lnTo>
                  <a:pt x="4572416" y="2084273"/>
                </a:lnTo>
                <a:lnTo>
                  <a:pt x="4461591" y="2084273"/>
                </a:lnTo>
                <a:close/>
                <a:moveTo>
                  <a:pt x="3410788" y="1973448"/>
                </a:moveTo>
                <a:lnTo>
                  <a:pt x="3521614" y="1973448"/>
                </a:lnTo>
                <a:lnTo>
                  <a:pt x="3521614" y="2084273"/>
                </a:lnTo>
                <a:lnTo>
                  <a:pt x="3410788" y="2084273"/>
                </a:lnTo>
                <a:close/>
                <a:moveTo>
                  <a:pt x="6563205" y="1973448"/>
                </a:moveTo>
                <a:lnTo>
                  <a:pt x="6674030" y="1973448"/>
                </a:lnTo>
                <a:lnTo>
                  <a:pt x="6674030" y="2084273"/>
                </a:lnTo>
                <a:lnTo>
                  <a:pt x="6563205" y="2084273"/>
                </a:lnTo>
                <a:close/>
                <a:moveTo>
                  <a:pt x="5512399" y="1973448"/>
                </a:moveTo>
                <a:lnTo>
                  <a:pt x="5623224" y="1973448"/>
                </a:lnTo>
                <a:lnTo>
                  <a:pt x="5623224" y="2084273"/>
                </a:lnTo>
                <a:lnTo>
                  <a:pt x="5512399" y="2084273"/>
                </a:lnTo>
                <a:close/>
                <a:moveTo>
                  <a:pt x="7614013" y="1973448"/>
                </a:moveTo>
                <a:lnTo>
                  <a:pt x="7724838" y="1973448"/>
                </a:lnTo>
                <a:lnTo>
                  <a:pt x="7724838" y="2084273"/>
                </a:lnTo>
                <a:lnTo>
                  <a:pt x="7614013" y="2084273"/>
                </a:lnTo>
                <a:close/>
                <a:moveTo>
                  <a:pt x="9715629" y="1973448"/>
                </a:moveTo>
                <a:lnTo>
                  <a:pt x="9826454" y="1973448"/>
                </a:lnTo>
                <a:lnTo>
                  <a:pt x="9826454" y="2084273"/>
                </a:lnTo>
                <a:lnTo>
                  <a:pt x="9715629" y="2084273"/>
                </a:lnTo>
                <a:close/>
                <a:moveTo>
                  <a:pt x="8664821" y="1973448"/>
                </a:moveTo>
                <a:lnTo>
                  <a:pt x="8775646" y="1973448"/>
                </a:lnTo>
                <a:lnTo>
                  <a:pt x="8775646" y="2084273"/>
                </a:lnTo>
                <a:lnTo>
                  <a:pt x="8664821" y="2084273"/>
                </a:lnTo>
                <a:close/>
                <a:moveTo>
                  <a:pt x="11817249" y="1973448"/>
                </a:moveTo>
                <a:lnTo>
                  <a:pt x="11928074" y="1973448"/>
                </a:lnTo>
                <a:lnTo>
                  <a:pt x="11928074" y="2084273"/>
                </a:lnTo>
                <a:lnTo>
                  <a:pt x="11817249" y="2084273"/>
                </a:lnTo>
                <a:close/>
                <a:moveTo>
                  <a:pt x="10766437" y="1973448"/>
                </a:moveTo>
                <a:lnTo>
                  <a:pt x="10877262" y="1973448"/>
                </a:lnTo>
                <a:lnTo>
                  <a:pt x="10877262" y="2084273"/>
                </a:lnTo>
                <a:lnTo>
                  <a:pt x="10766437" y="2084273"/>
                </a:lnTo>
                <a:close/>
                <a:moveTo>
                  <a:pt x="3441643" y="1557959"/>
                </a:moveTo>
                <a:lnTo>
                  <a:pt x="2968431" y="2031169"/>
                </a:lnTo>
                <a:lnTo>
                  <a:pt x="3437348" y="2500070"/>
                </a:lnTo>
                <a:lnTo>
                  <a:pt x="3497959" y="2500070"/>
                </a:lnTo>
                <a:lnTo>
                  <a:pt x="3966865" y="2031168"/>
                </a:lnTo>
                <a:lnTo>
                  <a:pt x="3493665" y="1557959"/>
                </a:lnTo>
                <a:close/>
                <a:moveTo>
                  <a:pt x="2390961" y="1557959"/>
                </a:moveTo>
                <a:lnTo>
                  <a:pt x="1917745" y="2031169"/>
                </a:lnTo>
                <a:lnTo>
                  <a:pt x="2386665" y="2500070"/>
                </a:lnTo>
                <a:lnTo>
                  <a:pt x="2447277" y="2500070"/>
                </a:lnTo>
                <a:lnTo>
                  <a:pt x="2916189" y="2031169"/>
                </a:lnTo>
                <a:lnTo>
                  <a:pt x="2442980" y="1557959"/>
                </a:lnTo>
                <a:close/>
                <a:moveTo>
                  <a:pt x="1340273" y="1557959"/>
                </a:moveTo>
                <a:lnTo>
                  <a:pt x="867066" y="2031167"/>
                </a:lnTo>
                <a:lnTo>
                  <a:pt x="1335980" y="2500070"/>
                </a:lnTo>
                <a:lnTo>
                  <a:pt x="1396589" y="2500070"/>
                </a:lnTo>
                <a:lnTo>
                  <a:pt x="1865501" y="2031169"/>
                </a:lnTo>
                <a:lnTo>
                  <a:pt x="1392293" y="1557959"/>
                </a:lnTo>
                <a:close/>
                <a:moveTo>
                  <a:pt x="5542986" y="1557958"/>
                </a:moveTo>
                <a:lnTo>
                  <a:pt x="5069790" y="2031167"/>
                </a:lnTo>
                <a:lnTo>
                  <a:pt x="5538694" y="2500070"/>
                </a:lnTo>
                <a:lnTo>
                  <a:pt x="5599302" y="2500070"/>
                </a:lnTo>
                <a:lnTo>
                  <a:pt x="6068206" y="2031166"/>
                </a:lnTo>
                <a:lnTo>
                  <a:pt x="5595011" y="1557958"/>
                </a:lnTo>
                <a:close/>
                <a:moveTo>
                  <a:pt x="4492305" y="1557958"/>
                </a:moveTo>
                <a:lnTo>
                  <a:pt x="4019109" y="2031168"/>
                </a:lnTo>
                <a:lnTo>
                  <a:pt x="4488010" y="2500070"/>
                </a:lnTo>
                <a:lnTo>
                  <a:pt x="4548620" y="2500070"/>
                </a:lnTo>
                <a:lnTo>
                  <a:pt x="5017539" y="2031167"/>
                </a:lnTo>
                <a:lnTo>
                  <a:pt x="4544326" y="1557958"/>
                </a:lnTo>
                <a:close/>
                <a:moveTo>
                  <a:pt x="7644337" y="1557958"/>
                </a:moveTo>
                <a:lnTo>
                  <a:pt x="7171129" y="2031167"/>
                </a:lnTo>
                <a:lnTo>
                  <a:pt x="7640044" y="2500070"/>
                </a:lnTo>
                <a:lnTo>
                  <a:pt x="7700653" y="2500070"/>
                </a:lnTo>
                <a:lnTo>
                  <a:pt x="8169569" y="2031167"/>
                </a:lnTo>
                <a:lnTo>
                  <a:pt x="7696361" y="1557958"/>
                </a:lnTo>
                <a:close/>
                <a:moveTo>
                  <a:pt x="6593656" y="1557958"/>
                </a:moveTo>
                <a:lnTo>
                  <a:pt x="6120450" y="2031165"/>
                </a:lnTo>
                <a:lnTo>
                  <a:pt x="6589366" y="2500070"/>
                </a:lnTo>
                <a:lnTo>
                  <a:pt x="6649970" y="2500070"/>
                </a:lnTo>
                <a:lnTo>
                  <a:pt x="7118885" y="2031167"/>
                </a:lnTo>
                <a:lnTo>
                  <a:pt x="6645676" y="1557958"/>
                </a:lnTo>
                <a:close/>
                <a:moveTo>
                  <a:pt x="9745703" y="1557958"/>
                </a:moveTo>
                <a:lnTo>
                  <a:pt x="9272494" y="2031167"/>
                </a:lnTo>
                <a:lnTo>
                  <a:pt x="9741408" y="2500070"/>
                </a:lnTo>
                <a:lnTo>
                  <a:pt x="9802016" y="2500070"/>
                </a:lnTo>
                <a:lnTo>
                  <a:pt x="10270931" y="2031167"/>
                </a:lnTo>
                <a:lnTo>
                  <a:pt x="9797723" y="1557958"/>
                </a:lnTo>
                <a:close/>
                <a:moveTo>
                  <a:pt x="8695019" y="1557958"/>
                </a:moveTo>
                <a:lnTo>
                  <a:pt x="8221812" y="2031166"/>
                </a:lnTo>
                <a:lnTo>
                  <a:pt x="8690730" y="2500070"/>
                </a:lnTo>
                <a:lnTo>
                  <a:pt x="8751334" y="2500070"/>
                </a:lnTo>
                <a:lnTo>
                  <a:pt x="9220250" y="2031166"/>
                </a:lnTo>
                <a:lnTo>
                  <a:pt x="8747043" y="1557958"/>
                </a:lnTo>
                <a:close/>
                <a:moveTo>
                  <a:pt x="10796383" y="1557958"/>
                </a:moveTo>
                <a:lnTo>
                  <a:pt x="10323175" y="2031166"/>
                </a:lnTo>
                <a:lnTo>
                  <a:pt x="10792091" y="2500070"/>
                </a:lnTo>
                <a:lnTo>
                  <a:pt x="10852696" y="2500070"/>
                </a:lnTo>
                <a:lnTo>
                  <a:pt x="11321614" y="2031164"/>
                </a:lnTo>
                <a:lnTo>
                  <a:pt x="10848409" y="1557958"/>
                </a:lnTo>
                <a:close/>
                <a:moveTo>
                  <a:pt x="783781" y="1447135"/>
                </a:moveTo>
                <a:lnTo>
                  <a:pt x="894606" y="1447135"/>
                </a:lnTo>
                <a:lnTo>
                  <a:pt x="894606" y="1557959"/>
                </a:lnTo>
                <a:lnTo>
                  <a:pt x="783781" y="1557959"/>
                </a:lnTo>
                <a:close/>
                <a:moveTo>
                  <a:pt x="1834586" y="1447134"/>
                </a:moveTo>
                <a:lnTo>
                  <a:pt x="1945411" y="1447134"/>
                </a:lnTo>
                <a:lnTo>
                  <a:pt x="1945411" y="1557959"/>
                </a:lnTo>
                <a:lnTo>
                  <a:pt x="1834586" y="1557959"/>
                </a:lnTo>
                <a:close/>
                <a:moveTo>
                  <a:pt x="4987002" y="1447134"/>
                </a:moveTo>
                <a:lnTo>
                  <a:pt x="5097832" y="1447134"/>
                </a:lnTo>
                <a:lnTo>
                  <a:pt x="5097832" y="1557958"/>
                </a:lnTo>
                <a:lnTo>
                  <a:pt x="4987002" y="1557958"/>
                </a:lnTo>
                <a:close/>
                <a:moveTo>
                  <a:pt x="3936204" y="1447134"/>
                </a:moveTo>
                <a:lnTo>
                  <a:pt x="4047028" y="1447134"/>
                </a:lnTo>
                <a:lnTo>
                  <a:pt x="4047028" y="1557959"/>
                </a:lnTo>
                <a:lnTo>
                  <a:pt x="3936204" y="1557959"/>
                </a:lnTo>
                <a:close/>
                <a:moveTo>
                  <a:pt x="2885398" y="1447134"/>
                </a:moveTo>
                <a:lnTo>
                  <a:pt x="2996224" y="1447134"/>
                </a:lnTo>
                <a:lnTo>
                  <a:pt x="2996224" y="1557959"/>
                </a:lnTo>
                <a:lnTo>
                  <a:pt x="2885398" y="1557959"/>
                </a:lnTo>
                <a:close/>
                <a:moveTo>
                  <a:pt x="6037801" y="1447133"/>
                </a:moveTo>
                <a:lnTo>
                  <a:pt x="6148626" y="1447133"/>
                </a:lnTo>
                <a:lnTo>
                  <a:pt x="6148626" y="1557958"/>
                </a:lnTo>
                <a:lnTo>
                  <a:pt x="6037801" y="1557958"/>
                </a:lnTo>
                <a:close/>
                <a:moveTo>
                  <a:pt x="9190225" y="1447133"/>
                </a:moveTo>
                <a:lnTo>
                  <a:pt x="9301050" y="1447133"/>
                </a:lnTo>
                <a:lnTo>
                  <a:pt x="9301050" y="1557958"/>
                </a:lnTo>
                <a:lnTo>
                  <a:pt x="9190225" y="1557958"/>
                </a:lnTo>
                <a:close/>
                <a:moveTo>
                  <a:pt x="8139417" y="1447133"/>
                </a:moveTo>
                <a:lnTo>
                  <a:pt x="8250242" y="1447133"/>
                </a:lnTo>
                <a:lnTo>
                  <a:pt x="8250242" y="1557958"/>
                </a:lnTo>
                <a:lnTo>
                  <a:pt x="8139417" y="1557958"/>
                </a:lnTo>
                <a:close/>
                <a:moveTo>
                  <a:pt x="7088609" y="1447133"/>
                </a:moveTo>
                <a:lnTo>
                  <a:pt x="7199434" y="1447133"/>
                </a:lnTo>
                <a:lnTo>
                  <a:pt x="7199434" y="1557958"/>
                </a:lnTo>
                <a:lnTo>
                  <a:pt x="7088609" y="1557958"/>
                </a:lnTo>
                <a:close/>
                <a:moveTo>
                  <a:pt x="10241033" y="1447133"/>
                </a:moveTo>
                <a:lnTo>
                  <a:pt x="10351858" y="1447133"/>
                </a:lnTo>
                <a:lnTo>
                  <a:pt x="10351858" y="1557957"/>
                </a:lnTo>
                <a:lnTo>
                  <a:pt x="10241033" y="1557957"/>
                </a:lnTo>
                <a:close/>
                <a:moveTo>
                  <a:pt x="11291841" y="1447133"/>
                </a:moveTo>
                <a:lnTo>
                  <a:pt x="11402666" y="1447133"/>
                </a:lnTo>
                <a:lnTo>
                  <a:pt x="11402666" y="1557957"/>
                </a:lnTo>
                <a:lnTo>
                  <a:pt x="11291841" y="1557957"/>
                </a:lnTo>
                <a:close/>
                <a:moveTo>
                  <a:pt x="2942310" y="1006607"/>
                </a:moveTo>
                <a:lnTo>
                  <a:pt x="2470820" y="1478100"/>
                </a:lnTo>
                <a:lnTo>
                  <a:pt x="2470820" y="1533556"/>
                </a:lnTo>
                <a:lnTo>
                  <a:pt x="2942310" y="2005047"/>
                </a:lnTo>
                <a:lnTo>
                  <a:pt x="3410804" y="1536556"/>
                </a:lnTo>
                <a:lnTo>
                  <a:pt x="3410804" y="1475099"/>
                </a:lnTo>
                <a:close/>
                <a:moveTo>
                  <a:pt x="1891623" y="1006607"/>
                </a:moveTo>
                <a:lnTo>
                  <a:pt x="1420008" y="1478224"/>
                </a:lnTo>
                <a:lnTo>
                  <a:pt x="1420008" y="1533431"/>
                </a:lnTo>
                <a:lnTo>
                  <a:pt x="1891623" y="2005047"/>
                </a:lnTo>
                <a:lnTo>
                  <a:pt x="2359996" y="1536681"/>
                </a:lnTo>
                <a:lnTo>
                  <a:pt x="2359996" y="1474975"/>
                </a:lnTo>
                <a:close/>
                <a:moveTo>
                  <a:pt x="840943" y="1006607"/>
                </a:moveTo>
                <a:lnTo>
                  <a:pt x="369202" y="1478351"/>
                </a:lnTo>
                <a:lnTo>
                  <a:pt x="369202" y="1533303"/>
                </a:lnTo>
                <a:lnTo>
                  <a:pt x="840944" y="2005046"/>
                </a:lnTo>
                <a:lnTo>
                  <a:pt x="1309184" y="1536806"/>
                </a:lnTo>
                <a:lnTo>
                  <a:pt x="1309184" y="1474850"/>
                </a:lnTo>
                <a:close/>
                <a:moveTo>
                  <a:pt x="3992987" y="1006606"/>
                </a:moveTo>
                <a:lnTo>
                  <a:pt x="3521631" y="1477974"/>
                </a:lnTo>
                <a:lnTo>
                  <a:pt x="3521631" y="1533680"/>
                </a:lnTo>
                <a:lnTo>
                  <a:pt x="3992986" y="2005046"/>
                </a:lnTo>
                <a:lnTo>
                  <a:pt x="4461598" y="1536423"/>
                </a:lnTo>
                <a:lnTo>
                  <a:pt x="4461598" y="1475230"/>
                </a:lnTo>
                <a:close/>
                <a:moveTo>
                  <a:pt x="6094326" y="1006605"/>
                </a:moveTo>
                <a:lnTo>
                  <a:pt x="5623230" y="1477714"/>
                </a:lnTo>
                <a:lnTo>
                  <a:pt x="5623230" y="1533934"/>
                </a:lnTo>
                <a:lnTo>
                  <a:pt x="6094328" y="2005044"/>
                </a:lnTo>
                <a:lnTo>
                  <a:pt x="6563205" y="1536166"/>
                </a:lnTo>
                <a:lnTo>
                  <a:pt x="6563205" y="1475487"/>
                </a:lnTo>
                <a:close/>
                <a:moveTo>
                  <a:pt x="9246371" y="1006604"/>
                </a:moveTo>
                <a:lnTo>
                  <a:pt x="8775646" y="1477332"/>
                </a:lnTo>
                <a:lnTo>
                  <a:pt x="8775646" y="1534319"/>
                </a:lnTo>
                <a:lnTo>
                  <a:pt x="9246371" y="2005045"/>
                </a:lnTo>
                <a:lnTo>
                  <a:pt x="9715629" y="1535786"/>
                </a:lnTo>
                <a:lnTo>
                  <a:pt x="9715629" y="1475864"/>
                </a:lnTo>
                <a:close/>
                <a:moveTo>
                  <a:pt x="5043669" y="1006604"/>
                </a:moveTo>
                <a:lnTo>
                  <a:pt x="4572422" y="1477843"/>
                </a:lnTo>
                <a:lnTo>
                  <a:pt x="4572422" y="1533811"/>
                </a:lnTo>
                <a:lnTo>
                  <a:pt x="5043664" y="2005045"/>
                </a:lnTo>
                <a:lnTo>
                  <a:pt x="5512407" y="1536296"/>
                </a:lnTo>
                <a:lnTo>
                  <a:pt x="5512407" y="1475351"/>
                </a:lnTo>
                <a:close/>
                <a:moveTo>
                  <a:pt x="11347735" y="1006604"/>
                </a:moveTo>
                <a:lnTo>
                  <a:pt x="10877262" y="1477079"/>
                </a:lnTo>
                <a:lnTo>
                  <a:pt x="10877262" y="1534567"/>
                </a:lnTo>
                <a:lnTo>
                  <a:pt x="11347736" y="2005041"/>
                </a:lnTo>
                <a:lnTo>
                  <a:pt x="11817249" y="1535528"/>
                </a:lnTo>
                <a:lnTo>
                  <a:pt x="11817249" y="1476120"/>
                </a:lnTo>
                <a:close/>
                <a:moveTo>
                  <a:pt x="8195690" y="1006604"/>
                </a:moveTo>
                <a:lnTo>
                  <a:pt x="7724838" y="1477458"/>
                </a:lnTo>
                <a:lnTo>
                  <a:pt x="7724838" y="1534191"/>
                </a:lnTo>
                <a:lnTo>
                  <a:pt x="8195691" y="2005044"/>
                </a:lnTo>
                <a:lnTo>
                  <a:pt x="8664821" y="1535914"/>
                </a:lnTo>
                <a:lnTo>
                  <a:pt x="8664821" y="1475736"/>
                </a:lnTo>
                <a:close/>
                <a:moveTo>
                  <a:pt x="7145009" y="1006604"/>
                </a:moveTo>
                <a:lnTo>
                  <a:pt x="6674030" y="1477584"/>
                </a:lnTo>
                <a:lnTo>
                  <a:pt x="6674030" y="1534069"/>
                </a:lnTo>
                <a:lnTo>
                  <a:pt x="7145007" y="2005046"/>
                </a:lnTo>
                <a:lnTo>
                  <a:pt x="7614013" y="1536039"/>
                </a:lnTo>
                <a:lnTo>
                  <a:pt x="7614013" y="1475610"/>
                </a:lnTo>
                <a:close/>
                <a:moveTo>
                  <a:pt x="10297056" y="1006603"/>
                </a:moveTo>
                <a:lnTo>
                  <a:pt x="9826454" y="1477207"/>
                </a:lnTo>
                <a:lnTo>
                  <a:pt x="9826454" y="1534445"/>
                </a:lnTo>
                <a:lnTo>
                  <a:pt x="10297053" y="2005045"/>
                </a:lnTo>
                <a:lnTo>
                  <a:pt x="10766437" y="1535660"/>
                </a:lnTo>
                <a:lnTo>
                  <a:pt x="10766437" y="1475986"/>
                </a:lnTo>
                <a:close/>
                <a:moveTo>
                  <a:pt x="258361" y="922634"/>
                </a:moveTo>
                <a:lnTo>
                  <a:pt x="369186" y="922634"/>
                </a:lnTo>
                <a:lnTo>
                  <a:pt x="369186" y="1033459"/>
                </a:lnTo>
                <a:lnTo>
                  <a:pt x="258361" y="1033459"/>
                </a:lnTo>
                <a:close/>
                <a:moveTo>
                  <a:pt x="2359977" y="922633"/>
                </a:moveTo>
                <a:lnTo>
                  <a:pt x="2470802" y="922633"/>
                </a:lnTo>
                <a:lnTo>
                  <a:pt x="2470802" y="1033458"/>
                </a:lnTo>
                <a:lnTo>
                  <a:pt x="2359977" y="1033458"/>
                </a:lnTo>
                <a:close/>
                <a:moveTo>
                  <a:pt x="1309169" y="922633"/>
                </a:moveTo>
                <a:lnTo>
                  <a:pt x="1419993" y="922633"/>
                </a:lnTo>
                <a:lnTo>
                  <a:pt x="1419993" y="1033458"/>
                </a:lnTo>
                <a:lnTo>
                  <a:pt x="1309169" y="1033458"/>
                </a:lnTo>
                <a:close/>
                <a:moveTo>
                  <a:pt x="5512398" y="922633"/>
                </a:moveTo>
                <a:lnTo>
                  <a:pt x="5623223" y="922633"/>
                </a:lnTo>
                <a:lnTo>
                  <a:pt x="5623223" y="1033458"/>
                </a:lnTo>
                <a:lnTo>
                  <a:pt x="5512398" y="1033458"/>
                </a:lnTo>
                <a:close/>
                <a:moveTo>
                  <a:pt x="4461591" y="922633"/>
                </a:moveTo>
                <a:lnTo>
                  <a:pt x="4572415" y="922633"/>
                </a:lnTo>
                <a:lnTo>
                  <a:pt x="4572415" y="1033458"/>
                </a:lnTo>
                <a:lnTo>
                  <a:pt x="4461591" y="1033458"/>
                </a:lnTo>
                <a:close/>
                <a:moveTo>
                  <a:pt x="3410785" y="922633"/>
                </a:moveTo>
                <a:lnTo>
                  <a:pt x="3521610" y="922633"/>
                </a:lnTo>
                <a:lnTo>
                  <a:pt x="3521610" y="1033458"/>
                </a:lnTo>
                <a:lnTo>
                  <a:pt x="3410785" y="1033458"/>
                </a:lnTo>
                <a:close/>
                <a:moveTo>
                  <a:pt x="7614013" y="922633"/>
                </a:moveTo>
                <a:lnTo>
                  <a:pt x="7724838" y="922633"/>
                </a:lnTo>
                <a:lnTo>
                  <a:pt x="7724838" y="1033458"/>
                </a:lnTo>
                <a:lnTo>
                  <a:pt x="7614013" y="1033458"/>
                </a:lnTo>
                <a:close/>
                <a:moveTo>
                  <a:pt x="6563205" y="922633"/>
                </a:moveTo>
                <a:lnTo>
                  <a:pt x="6674030" y="922633"/>
                </a:lnTo>
                <a:lnTo>
                  <a:pt x="6674030" y="1033458"/>
                </a:lnTo>
                <a:lnTo>
                  <a:pt x="6563205" y="1033458"/>
                </a:lnTo>
                <a:close/>
                <a:moveTo>
                  <a:pt x="10766437" y="922633"/>
                </a:moveTo>
                <a:lnTo>
                  <a:pt x="10877262" y="922633"/>
                </a:lnTo>
                <a:lnTo>
                  <a:pt x="10877262" y="1033458"/>
                </a:lnTo>
                <a:lnTo>
                  <a:pt x="10766437" y="1033458"/>
                </a:lnTo>
                <a:close/>
                <a:moveTo>
                  <a:pt x="9715629" y="922633"/>
                </a:moveTo>
                <a:lnTo>
                  <a:pt x="9826454" y="922633"/>
                </a:lnTo>
                <a:lnTo>
                  <a:pt x="9826454" y="1033458"/>
                </a:lnTo>
                <a:lnTo>
                  <a:pt x="9715629" y="1033458"/>
                </a:lnTo>
                <a:close/>
                <a:moveTo>
                  <a:pt x="8664821" y="922633"/>
                </a:moveTo>
                <a:lnTo>
                  <a:pt x="8775646" y="922633"/>
                </a:lnTo>
                <a:lnTo>
                  <a:pt x="8775646" y="1033458"/>
                </a:lnTo>
                <a:lnTo>
                  <a:pt x="8664821" y="1033458"/>
                </a:lnTo>
                <a:close/>
                <a:moveTo>
                  <a:pt x="11817249" y="922633"/>
                </a:moveTo>
                <a:lnTo>
                  <a:pt x="11928074" y="922633"/>
                </a:lnTo>
                <a:lnTo>
                  <a:pt x="11928074" y="1033458"/>
                </a:lnTo>
                <a:lnTo>
                  <a:pt x="11817249" y="1033458"/>
                </a:lnTo>
                <a:close/>
                <a:moveTo>
                  <a:pt x="1337485" y="510062"/>
                </a:moveTo>
                <a:lnTo>
                  <a:pt x="867065" y="980486"/>
                </a:lnTo>
                <a:lnTo>
                  <a:pt x="1333712" y="1447134"/>
                </a:lnTo>
                <a:lnTo>
                  <a:pt x="1398855" y="1447134"/>
                </a:lnTo>
                <a:lnTo>
                  <a:pt x="1865501" y="980486"/>
                </a:lnTo>
                <a:lnTo>
                  <a:pt x="1395081" y="510062"/>
                </a:lnTo>
                <a:close/>
                <a:moveTo>
                  <a:pt x="2388173" y="510062"/>
                </a:moveTo>
                <a:lnTo>
                  <a:pt x="1917745" y="980486"/>
                </a:lnTo>
                <a:lnTo>
                  <a:pt x="2384399" y="1447134"/>
                </a:lnTo>
                <a:lnTo>
                  <a:pt x="2449542" y="1447134"/>
                </a:lnTo>
                <a:lnTo>
                  <a:pt x="2916189" y="980486"/>
                </a:lnTo>
                <a:lnTo>
                  <a:pt x="2445767" y="510062"/>
                </a:lnTo>
                <a:close/>
                <a:moveTo>
                  <a:pt x="3438856" y="510062"/>
                </a:moveTo>
                <a:lnTo>
                  <a:pt x="2968432" y="980486"/>
                </a:lnTo>
                <a:lnTo>
                  <a:pt x="3435083" y="1447134"/>
                </a:lnTo>
                <a:lnTo>
                  <a:pt x="3500228" y="1447134"/>
                </a:lnTo>
                <a:lnTo>
                  <a:pt x="3966865" y="980485"/>
                </a:lnTo>
                <a:lnTo>
                  <a:pt x="3496454" y="510062"/>
                </a:lnTo>
                <a:close/>
                <a:moveTo>
                  <a:pt x="4489518" y="510062"/>
                </a:moveTo>
                <a:lnTo>
                  <a:pt x="4019109" y="980485"/>
                </a:lnTo>
                <a:lnTo>
                  <a:pt x="4485744" y="1447134"/>
                </a:lnTo>
                <a:lnTo>
                  <a:pt x="4550887" y="1447134"/>
                </a:lnTo>
                <a:lnTo>
                  <a:pt x="5017543" y="980483"/>
                </a:lnTo>
                <a:lnTo>
                  <a:pt x="4547118" y="510062"/>
                </a:lnTo>
                <a:close/>
                <a:moveTo>
                  <a:pt x="5540201" y="510062"/>
                </a:moveTo>
                <a:lnTo>
                  <a:pt x="5069792" y="980483"/>
                </a:lnTo>
                <a:lnTo>
                  <a:pt x="5536431" y="1447134"/>
                </a:lnTo>
                <a:lnTo>
                  <a:pt x="5601567" y="1447134"/>
                </a:lnTo>
                <a:lnTo>
                  <a:pt x="6068204" y="980484"/>
                </a:lnTo>
                <a:lnTo>
                  <a:pt x="5597797" y="510062"/>
                </a:lnTo>
                <a:close/>
                <a:moveTo>
                  <a:pt x="6590867" y="510062"/>
                </a:moveTo>
                <a:lnTo>
                  <a:pt x="6120447" y="980484"/>
                </a:lnTo>
                <a:lnTo>
                  <a:pt x="6587095" y="1447133"/>
                </a:lnTo>
                <a:lnTo>
                  <a:pt x="6652238" y="1447133"/>
                </a:lnTo>
                <a:lnTo>
                  <a:pt x="7118887" y="980483"/>
                </a:lnTo>
                <a:lnTo>
                  <a:pt x="6648468" y="510062"/>
                </a:lnTo>
                <a:close/>
                <a:moveTo>
                  <a:pt x="7641550" y="510061"/>
                </a:moveTo>
                <a:lnTo>
                  <a:pt x="7171131" y="980482"/>
                </a:lnTo>
                <a:lnTo>
                  <a:pt x="7637780" y="1447133"/>
                </a:lnTo>
                <a:lnTo>
                  <a:pt x="7702919" y="1447133"/>
                </a:lnTo>
                <a:lnTo>
                  <a:pt x="8169568" y="980483"/>
                </a:lnTo>
                <a:lnTo>
                  <a:pt x="7699149" y="510061"/>
                </a:lnTo>
                <a:close/>
                <a:moveTo>
                  <a:pt x="8692232" y="510061"/>
                </a:moveTo>
                <a:lnTo>
                  <a:pt x="8221811" y="980484"/>
                </a:lnTo>
                <a:lnTo>
                  <a:pt x="8688459" y="1447133"/>
                </a:lnTo>
                <a:lnTo>
                  <a:pt x="8753603" y="1447133"/>
                </a:lnTo>
                <a:lnTo>
                  <a:pt x="9220250" y="980484"/>
                </a:lnTo>
                <a:lnTo>
                  <a:pt x="8749829" y="510061"/>
                </a:lnTo>
                <a:close/>
                <a:moveTo>
                  <a:pt x="10793597" y="510061"/>
                </a:moveTo>
                <a:lnTo>
                  <a:pt x="10323178" y="980482"/>
                </a:lnTo>
                <a:lnTo>
                  <a:pt x="10789828" y="1447133"/>
                </a:lnTo>
                <a:lnTo>
                  <a:pt x="10854964" y="1447133"/>
                </a:lnTo>
                <a:lnTo>
                  <a:pt x="11321613" y="980483"/>
                </a:lnTo>
                <a:lnTo>
                  <a:pt x="10851193" y="510061"/>
                </a:lnTo>
                <a:close/>
                <a:moveTo>
                  <a:pt x="9742913" y="510061"/>
                </a:moveTo>
                <a:lnTo>
                  <a:pt x="9272493" y="980483"/>
                </a:lnTo>
                <a:lnTo>
                  <a:pt x="9739141" y="1447133"/>
                </a:lnTo>
                <a:lnTo>
                  <a:pt x="9804283" y="1447133"/>
                </a:lnTo>
                <a:lnTo>
                  <a:pt x="10270933" y="980481"/>
                </a:lnTo>
                <a:lnTo>
                  <a:pt x="9800515" y="510061"/>
                </a:lnTo>
                <a:close/>
                <a:moveTo>
                  <a:pt x="783785" y="399238"/>
                </a:moveTo>
                <a:lnTo>
                  <a:pt x="894609" y="399238"/>
                </a:lnTo>
                <a:lnTo>
                  <a:pt x="894609" y="510062"/>
                </a:lnTo>
                <a:lnTo>
                  <a:pt x="783785" y="510062"/>
                </a:lnTo>
                <a:close/>
                <a:moveTo>
                  <a:pt x="2885401" y="399237"/>
                </a:moveTo>
                <a:lnTo>
                  <a:pt x="2996227" y="399237"/>
                </a:lnTo>
                <a:lnTo>
                  <a:pt x="2996227" y="510062"/>
                </a:lnTo>
                <a:lnTo>
                  <a:pt x="2885401" y="510062"/>
                </a:lnTo>
                <a:close/>
                <a:moveTo>
                  <a:pt x="1834590" y="399237"/>
                </a:moveTo>
                <a:lnTo>
                  <a:pt x="1945415" y="399237"/>
                </a:lnTo>
                <a:lnTo>
                  <a:pt x="1945415" y="510062"/>
                </a:lnTo>
                <a:lnTo>
                  <a:pt x="1834590" y="510062"/>
                </a:lnTo>
                <a:close/>
                <a:moveTo>
                  <a:pt x="3936208" y="399237"/>
                </a:moveTo>
                <a:lnTo>
                  <a:pt x="4047032" y="399237"/>
                </a:lnTo>
                <a:lnTo>
                  <a:pt x="4047032" y="510062"/>
                </a:lnTo>
                <a:lnTo>
                  <a:pt x="3936208" y="510062"/>
                </a:lnTo>
                <a:close/>
                <a:moveTo>
                  <a:pt x="4987004" y="399237"/>
                </a:moveTo>
                <a:lnTo>
                  <a:pt x="5097834" y="399237"/>
                </a:lnTo>
                <a:lnTo>
                  <a:pt x="5097834" y="510062"/>
                </a:lnTo>
                <a:lnTo>
                  <a:pt x="4987004" y="510062"/>
                </a:lnTo>
                <a:close/>
                <a:moveTo>
                  <a:pt x="6037802" y="399237"/>
                </a:moveTo>
                <a:lnTo>
                  <a:pt x="6148626" y="399237"/>
                </a:lnTo>
                <a:lnTo>
                  <a:pt x="6148626" y="510062"/>
                </a:lnTo>
                <a:lnTo>
                  <a:pt x="6037802" y="510062"/>
                </a:lnTo>
                <a:close/>
                <a:moveTo>
                  <a:pt x="7088609" y="399237"/>
                </a:moveTo>
                <a:lnTo>
                  <a:pt x="7199434" y="399237"/>
                </a:lnTo>
                <a:lnTo>
                  <a:pt x="7199434" y="510061"/>
                </a:lnTo>
                <a:lnTo>
                  <a:pt x="7088609" y="510061"/>
                </a:lnTo>
                <a:close/>
                <a:moveTo>
                  <a:pt x="8139417" y="399237"/>
                </a:moveTo>
                <a:lnTo>
                  <a:pt x="8250242" y="399237"/>
                </a:lnTo>
                <a:lnTo>
                  <a:pt x="8250242" y="510061"/>
                </a:lnTo>
                <a:lnTo>
                  <a:pt x="8139417" y="510061"/>
                </a:lnTo>
                <a:close/>
                <a:moveTo>
                  <a:pt x="9190225" y="399236"/>
                </a:moveTo>
                <a:lnTo>
                  <a:pt x="9301050" y="399236"/>
                </a:lnTo>
                <a:lnTo>
                  <a:pt x="9301050" y="510061"/>
                </a:lnTo>
                <a:lnTo>
                  <a:pt x="9190225" y="510061"/>
                </a:lnTo>
                <a:close/>
                <a:moveTo>
                  <a:pt x="10241033" y="399236"/>
                </a:moveTo>
                <a:lnTo>
                  <a:pt x="10351858" y="399236"/>
                </a:lnTo>
                <a:lnTo>
                  <a:pt x="10351858" y="510061"/>
                </a:lnTo>
                <a:lnTo>
                  <a:pt x="10241033" y="510061"/>
                </a:lnTo>
                <a:close/>
                <a:moveTo>
                  <a:pt x="11291841" y="399236"/>
                </a:moveTo>
                <a:lnTo>
                  <a:pt x="11402666" y="399236"/>
                </a:lnTo>
                <a:lnTo>
                  <a:pt x="11402666" y="510061"/>
                </a:lnTo>
                <a:lnTo>
                  <a:pt x="11291841" y="510061"/>
                </a:lnTo>
                <a:close/>
                <a:moveTo>
                  <a:pt x="6138405" y="0"/>
                </a:moveTo>
                <a:lnTo>
                  <a:pt x="6190649" y="0"/>
                </a:lnTo>
                <a:lnTo>
                  <a:pt x="6589887" y="399237"/>
                </a:lnTo>
                <a:lnTo>
                  <a:pt x="6649449" y="399237"/>
                </a:lnTo>
                <a:lnTo>
                  <a:pt x="7048684" y="2"/>
                </a:lnTo>
                <a:lnTo>
                  <a:pt x="7100928" y="2"/>
                </a:lnTo>
                <a:lnTo>
                  <a:pt x="6674030" y="426899"/>
                </a:lnTo>
                <a:lnTo>
                  <a:pt x="6674030" y="483379"/>
                </a:lnTo>
                <a:lnTo>
                  <a:pt x="7145009" y="954361"/>
                </a:lnTo>
                <a:lnTo>
                  <a:pt x="7614013" y="485355"/>
                </a:lnTo>
                <a:lnTo>
                  <a:pt x="7614013" y="424926"/>
                </a:lnTo>
                <a:lnTo>
                  <a:pt x="7189086" y="0"/>
                </a:lnTo>
                <a:lnTo>
                  <a:pt x="7241329" y="0"/>
                </a:lnTo>
                <a:lnTo>
                  <a:pt x="7640566" y="399237"/>
                </a:lnTo>
                <a:lnTo>
                  <a:pt x="7700131" y="399237"/>
                </a:lnTo>
                <a:lnTo>
                  <a:pt x="8099367" y="1"/>
                </a:lnTo>
                <a:lnTo>
                  <a:pt x="8151611" y="1"/>
                </a:lnTo>
                <a:lnTo>
                  <a:pt x="7724838" y="426774"/>
                </a:lnTo>
                <a:lnTo>
                  <a:pt x="7724838" y="483508"/>
                </a:lnTo>
                <a:lnTo>
                  <a:pt x="8195689" y="954363"/>
                </a:lnTo>
                <a:lnTo>
                  <a:pt x="8664821" y="485229"/>
                </a:lnTo>
                <a:lnTo>
                  <a:pt x="8664821" y="425053"/>
                </a:lnTo>
                <a:lnTo>
                  <a:pt x="8239767" y="0"/>
                </a:lnTo>
                <a:lnTo>
                  <a:pt x="8292011" y="0"/>
                </a:lnTo>
                <a:lnTo>
                  <a:pt x="8691248" y="399236"/>
                </a:lnTo>
                <a:lnTo>
                  <a:pt x="8750812" y="399236"/>
                </a:lnTo>
                <a:lnTo>
                  <a:pt x="9150049" y="1"/>
                </a:lnTo>
                <a:lnTo>
                  <a:pt x="9202293" y="1"/>
                </a:lnTo>
                <a:lnTo>
                  <a:pt x="8775646" y="426647"/>
                </a:lnTo>
                <a:lnTo>
                  <a:pt x="8775646" y="483635"/>
                </a:lnTo>
                <a:lnTo>
                  <a:pt x="9246372" y="954363"/>
                </a:lnTo>
                <a:lnTo>
                  <a:pt x="9715629" y="485103"/>
                </a:lnTo>
                <a:lnTo>
                  <a:pt x="9715629" y="425175"/>
                </a:lnTo>
                <a:lnTo>
                  <a:pt x="9290453" y="0"/>
                </a:lnTo>
                <a:lnTo>
                  <a:pt x="9342696" y="0"/>
                </a:lnTo>
                <a:lnTo>
                  <a:pt x="9741934" y="399236"/>
                </a:lnTo>
                <a:lnTo>
                  <a:pt x="9801496" y="399236"/>
                </a:lnTo>
                <a:lnTo>
                  <a:pt x="10200732" y="1"/>
                </a:lnTo>
                <a:lnTo>
                  <a:pt x="10252974" y="1"/>
                </a:lnTo>
                <a:lnTo>
                  <a:pt x="9826454" y="426520"/>
                </a:lnTo>
                <a:lnTo>
                  <a:pt x="9826454" y="483756"/>
                </a:lnTo>
                <a:lnTo>
                  <a:pt x="10297055" y="954360"/>
                </a:lnTo>
                <a:lnTo>
                  <a:pt x="10766437" y="484975"/>
                </a:lnTo>
                <a:lnTo>
                  <a:pt x="10766437" y="425305"/>
                </a:lnTo>
                <a:lnTo>
                  <a:pt x="10341131" y="0"/>
                </a:lnTo>
                <a:lnTo>
                  <a:pt x="10393375" y="0"/>
                </a:lnTo>
                <a:lnTo>
                  <a:pt x="10792612" y="399236"/>
                </a:lnTo>
                <a:lnTo>
                  <a:pt x="10852176" y="399236"/>
                </a:lnTo>
                <a:lnTo>
                  <a:pt x="11251411" y="3"/>
                </a:lnTo>
                <a:lnTo>
                  <a:pt x="11303657" y="3"/>
                </a:lnTo>
                <a:lnTo>
                  <a:pt x="10877262" y="426397"/>
                </a:lnTo>
                <a:lnTo>
                  <a:pt x="10877262" y="483887"/>
                </a:lnTo>
                <a:lnTo>
                  <a:pt x="11347735" y="954362"/>
                </a:lnTo>
                <a:lnTo>
                  <a:pt x="11817249" y="484846"/>
                </a:lnTo>
                <a:lnTo>
                  <a:pt x="11817249" y="425436"/>
                </a:lnTo>
                <a:lnTo>
                  <a:pt x="11391812" y="0"/>
                </a:lnTo>
                <a:lnTo>
                  <a:pt x="11444056" y="0"/>
                </a:lnTo>
                <a:lnTo>
                  <a:pt x="11843293" y="399236"/>
                </a:lnTo>
                <a:lnTo>
                  <a:pt x="11902859" y="399236"/>
                </a:lnTo>
                <a:lnTo>
                  <a:pt x="12191973" y="110123"/>
                </a:lnTo>
                <a:lnTo>
                  <a:pt x="12191973" y="162366"/>
                </a:lnTo>
                <a:lnTo>
                  <a:pt x="11928074" y="426265"/>
                </a:lnTo>
                <a:lnTo>
                  <a:pt x="11928074" y="484017"/>
                </a:lnTo>
                <a:lnTo>
                  <a:pt x="12191974" y="747926"/>
                </a:lnTo>
                <a:lnTo>
                  <a:pt x="12191974" y="800166"/>
                </a:lnTo>
                <a:lnTo>
                  <a:pt x="11901874" y="510061"/>
                </a:lnTo>
                <a:lnTo>
                  <a:pt x="11844278" y="510061"/>
                </a:lnTo>
                <a:lnTo>
                  <a:pt x="11373857" y="980483"/>
                </a:lnTo>
                <a:lnTo>
                  <a:pt x="11840505" y="1447132"/>
                </a:lnTo>
                <a:lnTo>
                  <a:pt x="11905645" y="1447132"/>
                </a:lnTo>
                <a:lnTo>
                  <a:pt x="12191976" y="1160803"/>
                </a:lnTo>
                <a:lnTo>
                  <a:pt x="12191976" y="1213046"/>
                </a:lnTo>
                <a:lnTo>
                  <a:pt x="11928074" y="1476947"/>
                </a:lnTo>
                <a:lnTo>
                  <a:pt x="11928074" y="1534702"/>
                </a:lnTo>
                <a:lnTo>
                  <a:pt x="12191975" y="1798604"/>
                </a:lnTo>
                <a:lnTo>
                  <a:pt x="12191975" y="1850847"/>
                </a:lnTo>
                <a:lnTo>
                  <a:pt x="11899087" y="1557957"/>
                </a:lnTo>
                <a:lnTo>
                  <a:pt x="11847063" y="1557957"/>
                </a:lnTo>
                <a:lnTo>
                  <a:pt x="11373858" y="2031163"/>
                </a:lnTo>
                <a:lnTo>
                  <a:pt x="11842778" y="2500070"/>
                </a:lnTo>
                <a:lnTo>
                  <a:pt x="11903378" y="2500070"/>
                </a:lnTo>
                <a:lnTo>
                  <a:pt x="12191975" y="2211473"/>
                </a:lnTo>
                <a:lnTo>
                  <a:pt x="12191974" y="2263716"/>
                </a:lnTo>
                <a:lnTo>
                  <a:pt x="11928074" y="2527616"/>
                </a:lnTo>
                <a:lnTo>
                  <a:pt x="11928074" y="2585366"/>
                </a:lnTo>
                <a:lnTo>
                  <a:pt x="12191978" y="2849270"/>
                </a:lnTo>
                <a:lnTo>
                  <a:pt x="12191977" y="2901515"/>
                </a:lnTo>
                <a:lnTo>
                  <a:pt x="11901357" y="2610895"/>
                </a:lnTo>
                <a:lnTo>
                  <a:pt x="11844795" y="2610895"/>
                </a:lnTo>
                <a:lnTo>
                  <a:pt x="11373856" y="3081835"/>
                </a:lnTo>
                <a:lnTo>
                  <a:pt x="11843230" y="3551209"/>
                </a:lnTo>
                <a:lnTo>
                  <a:pt x="11902922" y="3551209"/>
                </a:lnTo>
                <a:lnTo>
                  <a:pt x="12191974" y="3262156"/>
                </a:lnTo>
                <a:lnTo>
                  <a:pt x="12191974" y="3314400"/>
                </a:lnTo>
                <a:lnTo>
                  <a:pt x="11928074" y="3578299"/>
                </a:lnTo>
                <a:lnTo>
                  <a:pt x="11928074" y="3636053"/>
                </a:lnTo>
                <a:lnTo>
                  <a:pt x="12191975" y="3899954"/>
                </a:lnTo>
                <a:lnTo>
                  <a:pt x="12191975" y="3952198"/>
                </a:lnTo>
                <a:lnTo>
                  <a:pt x="11901811" y="3662034"/>
                </a:lnTo>
                <a:lnTo>
                  <a:pt x="11844339" y="3662034"/>
                </a:lnTo>
                <a:lnTo>
                  <a:pt x="11373856" y="4132518"/>
                </a:lnTo>
                <a:lnTo>
                  <a:pt x="11813331" y="4571992"/>
                </a:lnTo>
                <a:lnTo>
                  <a:pt x="11761089" y="4571991"/>
                </a:lnTo>
                <a:lnTo>
                  <a:pt x="11347736" y="4158638"/>
                </a:lnTo>
                <a:lnTo>
                  <a:pt x="10934382" y="4571992"/>
                </a:lnTo>
                <a:lnTo>
                  <a:pt x="10882138" y="4571992"/>
                </a:lnTo>
                <a:lnTo>
                  <a:pt x="11321614" y="4132516"/>
                </a:lnTo>
                <a:lnTo>
                  <a:pt x="10851132" y="3662034"/>
                </a:lnTo>
                <a:lnTo>
                  <a:pt x="10793656" y="3662034"/>
                </a:lnTo>
                <a:lnTo>
                  <a:pt x="10323175" y="4132515"/>
                </a:lnTo>
                <a:lnTo>
                  <a:pt x="10762651" y="4571991"/>
                </a:lnTo>
                <a:lnTo>
                  <a:pt x="10710406" y="4571992"/>
                </a:lnTo>
                <a:lnTo>
                  <a:pt x="10297052" y="4158638"/>
                </a:lnTo>
                <a:lnTo>
                  <a:pt x="9883699" y="4571992"/>
                </a:lnTo>
                <a:lnTo>
                  <a:pt x="9831456" y="4571992"/>
                </a:lnTo>
                <a:lnTo>
                  <a:pt x="10270931" y="4132517"/>
                </a:lnTo>
                <a:lnTo>
                  <a:pt x="9800448" y="3662034"/>
                </a:lnTo>
                <a:lnTo>
                  <a:pt x="9742974" y="3662034"/>
                </a:lnTo>
                <a:lnTo>
                  <a:pt x="9272491" y="4132517"/>
                </a:lnTo>
                <a:lnTo>
                  <a:pt x="9711968" y="4571993"/>
                </a:lnTo>
                <a:lnTo>
                  <a:pt x="9659723" y="4571993"/>
                </a:lnTo>
                <a:lnTo>
                  <a:pt x="9246369" y="4158639"/>
                </a:lnTo>
                <a:lnTo>
                  <a:pt x="8833016" y="4571992"/>
                </a:lnTo>
                <a:lnTo>
                  <a:pt x="8780772" y="4571992"/>
                </a:lnTo>
                <a:lnTo>
                  <a:pt x="9220247" y="4132517"/>
                </a:lnTo>
                <a:lnTo>
                  <a:pt x="8749764" y="3662034"/>
                </a:lnTo>
                <a:lnTo>
                  <a:pt x="8692294" y="3662034"/>
                </a:lnTo>
                <a:lnTo>
                  <a:pt x="8221812" y="4132516"/>
                </a:lnTo>
                <a:lnTo>
                  <a:pt x="8661288" y="4571992"/>
                </a:lnTo>
                <a:lnTo>
                  <a:pt x="8609042" y="4571992"/>
                </a:lnTo>
                <a:lnTo>
                  <a:pt x="8195689" y="4158639"/>
                </a:lnTo>
                <a:lnTo>
                  <a:pt x="7782334" y="4571994"/>
                </a:lnTo>
                <a:lnTo>
                  <a:pt x="7730092" y="4571994"/>
                </a:lnTo>
                <a:lnTo>
                  <a:pt x="8169568" y="4132518"/>
                </a:lnTo>
                <a:lnTo>
                  <a:pt x="7699085" y="3662034"/>
                </a:lnTo>
                <a:lnTo>
                  <a:pt x="7641614" y="3662034"/>
                </a:lnTo>
                <a:lnTo>
                  <a:pt x="7171129" y="4132518"/>
                </a:lnTo>
                <a:lnTo>
                  <a:pt x="7610604" y="4571993"/>
                </a:lnTo>
                <a:lnTo>
                  <a:pt x="7558360" y="4571993"/>
                </a:lnTo>
                <a:lnTo>
                  <a:pt x="7145007" y="4158640"/>
                </a:lnTo>
                <a:lnTo>
                  <a:pt x="6731655" y="4571993"/>
                </a:lnTo>
                <a:lnTo>
                  <a:pt x="6679410" y="4571993"/>
                </a:lnTo>
                <a:lnTo>
                  <a:pt x="7118885" y="4132518"/>
                </a:lnTo>
                <a:lnTo>
                  <a:pt x="6648402" y="3662034"/>
                </a:lnTo>
                <a:lnTo>
                  <a:pt x="6590932" y="3662034"/>
                </a:lnTo>
                <a:lnTo>
                  <a:pt x="6120448" y="4132519"/>
                </a:lnTo>
                <a:lnTo>
                  <a:pt x="6559922" y="4571993"/>
                </a:lnTo>
                <a:lnTo>
                  <a:pt x="6507678" y="4571993"/>
                </a:lnTo>
                <a:lnTo>
                  <a:pt x="6094326" y="4158641"/>
                </a:lnTo>
                <a:lnTo>
                  <a:pt x="5680985" y="4571992"/>
                </a:lnTo>
                <a:lnTo>
                  <a:pt x="5628744" y="4571992"/>
                </a:lnTo>
                <a:lnTo>
                  <a:pt x="6068205" y="4132519"/>
                </a:lnTo>
                <a:lnTo>
                  <a:pt x="5597731" y="3662034"/>
                </a:lnTo>
                <a:lnTo>
                  <a:pt x="5540263" y="3662034"/>
                </a:lnTo>
                <a:lnTo>
                  <a:pt x="5069789" y="4132518"/>
                </a:lnTo>
                <a:lnTo>
                  <a:pt x="5509253" y="4571993"/>
                </a:lnTo>
                <a:lnTo>
                  <a:pt x="5457012" y="4571993"/>
                </a:lnTo>
                <a:lnTo>
                  <a:pt x="5043664" y="4158640"/>
                </a:lnTo>
                <a:lnTo>
                  <a:pt x="4630303" y="4571992"/>
                </a:lnTo>
                <a:lnTo>
                  <a:pt x="4578059" y="4571992"/>
                </a:lnTo>
                <a:lnTo>
                  <a:pt x="5017539" y="4132518"/>
                </a:lnTo>
                <a:lnTo>
                  <a:pt x="4547049" y="3662034"/>
                </a:lnTo>
                <a:lnTo>
                  <a:pt x="4489581" y="3662034"/>
                </a:lnTo>
                <a:lnTo>
                  <a:pt x="4019108" y="4132519"/>
                </a:lnTo>
                <a:lnTo>
                  <a:pt x="4458568" y="4571993"/>
                </a:lnTo>
                <a:lnTo>
                  <a:pt x="4406323" y="4571993"/>
                </a:lnTo>
                <a:lnTo>
                  <a:pt x="3992985" y="4158641"/>
                </a:lnTo>
                <a:lnTo>
                  <a:pt x="3579645" y="4571992"/>
                </a:lnTo>
                <a:lnTo>
                  <a:pt x="3527403" y="4571992"/>
                </a:lnTo>
                <a:lnTo>
                  <a:pt x="3966864" y="4132520"/>
                </a:lnTo>
                <a:lnTo>
                  <a:pt x="3496388" y="3662034"/>
                </a:lnTo>
                <a:lnTo>
                  <a:pt x="3438920" y="3662034"/>
                </a:lnTo>
                <a:lnTo>
                  <a:pt x="2968432" y="4132519"/>
                </a:lnTo>
                <a:lnTo>
                  <a:pt x="3407908" y="4571992"/>
                </a:lnTo>
                <a:lnTo>
                  <a:pt x="3355663" y="4571992"/>
                </a:lnTo>
                <a:lnTo>
                  <a:pt x="2942311" y="4158641"/>
                </a:lnTo>
                <a:lnTo>
                  <a:pt x="2528961" y="4571991"/>
                </a:lnTo>
                <a:lnTo>
                  <a:pt x="2476717" y="4571991"/>
                </a:lnTo>
                <a:lnTo>
                  <a:pt x="2916189" y="4132519"/>
                </a:lnTo>
                <a:lnTo>
                  <a:pt x="2445706" y="3662034"/>
                </a:lnTo>
                <a:lnTo>
                  <a:pt x="2388237" y="3662034"/>
                </a:lnTo>
                <a:lnTo>
                  <a:pt x="1917745" y="4132520"/>
                </a:lnTo>
                <a:lnTo>
                  <a:pt x="2357225" y="4571992"/>
                </a:lnTo>
                <a:lnTo>
                  <a:pt x="2304981" y="4571993"/>
                </a:lnTo>
                <a:lnTo>
                  <a:pt x="1891623" y="4158642"/>
                </a:lnTo>
                <a:lnTo>
                  <a:pt x="1478275" y="4571991"/>
                </a:lnTo>
                <a:lnTo>
                  <a:pt x="1426031" y="4571991"/>
                </a:lnTo>
                <a:lnTo>
                  <a:pt x="1865501" y="4132520"/>
                </a:lnTo>
                <a:lnTo>
                  <a:pt x="1395017" y="3662034"/>
                </a:lnTo>
                <a:lnTo>
                  <a:pt x="1337551" y="3662034"/>
                </a:lnTo>
                <a:lnTo>
                  <a:pt x="867066" y="4132521"/>
                </a:lnTo>
                <a:lnTo>
                  <a:pt x="1306536" y="4571992"/>
                </a:lnTo>
                <a:lnTo>
                  <a:pt x="1254292" y="4571992"/>
                </a:lnTo>
                <a:lnTo>
                  <a:pt x="840944" y="4158643"/>
                </a:lnTo>
                <a:lnTo>
                  <a:pt x="427595" y="4571993"/>
                </a:lnTo>
                <a:lnTo>
                  <a:pt x="375351" y="4571993"/>
                </a:lnTo>
                <a:lnTo>
                  <a:pt x="814822" y="4132521"/>
                </a:lnTo>
                <a:lnTo>
                  <a:pt x="344336" y="3662034"/>
                </a:lnTo>
                <a:lnTo>
                  <a:pt x="286870" y="3662034"/>
                </a:lnTo>
                <a:lnTo>
                  <a:pt x="5" y="3948900"/>
                </a:lnTo>
                <a:lnTo>
                  <a:pt x="5" y="3896656"/>
                </a:lnTo>
                <a:lnTo>
                  <a:pt x="258369" y="3638291"/>
                </a:lnTo>
                <a:lnTo>
                  <a:pt x="258369" y="3576066"/>
                </a:lnTo>
                <a:lnTo>
                  <a:pt x="1" y="3317698"/>
                </a:lnTo>
                <a:lnTo>
                  <a:pt x="1" y="3265454"/>
                </a:lnTo>
                <a:lnTo>
                  <a:pt x="285756" y="3551209"/>
                </a:lnTo>
                <a:lnTo>
                  <a:pt x="345451" y="3551209"/>
                </a:lnTo>
                <a:lnTo>
                  <a:pt x="814822" y="3081838"/>
                </a:lnTo>
                <a:lnTo>
                  <a:pt x="343880" y="2610895"/>
                </a:lnTo>
                <a:lnTo>
                  <a:pt x="287328" y="2610895"/>
                </a:lnTo>
                <a:lnTo>
                  <a:pt x="6" y="2898217"/>
                </a:lnTo>
                <a:lnTo>
                  <a:pt x="6" y="2845973"/>
                </a:lnTo>
                <a:lnTo>
                  <a:pt x="258373" y="2587605"/>
                </a:lnTo>
                <a:lnTo>
                  <a:pt x="258373" y="2525388"/>
                </a:lnTo>
                <a:lnTo>
                  <a:pt x="1" y="2267015"/>
                </a:lnTo>
                <a:lnTo>
                  <a:pt x="0" y="2214770"/>
                </a:lnTo>
                <a:lnTo>
                  <a:pt x="285299" y="2500070"/>
                </a:lnTo>
                <a:lnTo>
                  <a:pt x="345909" y="2500070"/>
                </a:lnTo>
                <a:lnTo>
                  <a:pt x="814822" y="2031167"/>
                </a:lnTo>
                <a:lnTo>
                  <a:pt x="341616" y="1557959"/>
                </a:lnTo>
                <a:lnTo>
                  <a:pt x="289593" y="1557959"/>
                </a:lnTo>
                <a:lnTo>
                  <a:pt x="4" y="1847551"/>
                </a:lnTo>
                <a:lnTo>
                  <a:pt x="4" y="1795307"/>
                </a:lnTo>
                <a:lnTo>
                  <a:pt x="258377" y="1536932"/>
                </a:lnTo>
                <a:lnTo>
                  <a:pt x="258377" y="1474721"/>
                </a:lnTo>
                <a:lnTo>
                  <a:pt x="2" y="1216345"/>
                </a:lnTo>
                <a:lnTo>
                  <a:pt x="2" y="1164102"/>
                </a:lnTo>
                <a:lnTo>
                  <a:pt x="283034" y="1447135"/>
                </a:lnTo>
                <a:lnTo>
                  <a:pt x="348175" y="1447135"/>
                </a:lnTo>
                <a:lnTo>
                  <a:pt x="814821" y="980486"/>
                </a:lnTo>
                <a:lnTo>
                  <a:pt x="344401" y="510062"/>
                </a:lnTo>
                <a:lnTo>
                  <a:pt x="286805" y="510062"/>
                </a:lnTo>
                <a:lnTo>
                  <a:pt x="5" y="796868"/>
                </a:lnTo>
                <a:lnTo>
                  <a:pt x="5" y="744628"/>
                </a:lnTo>
                <a:lnTo>
                  <a:pt x="258382" y="486242"/>
                </a:lnTo>
                <a:lnTo>
                  <a:pt x="258382" y="424043"/>
                </a:lnTo>
                <a:lnTo>
                  <a:pt x="3" y="165664"/>
                </a:lnTo>
                <a:lnTo>
                  <a:pt x="3" y="113420"/>
                </a:lnTo>
                <a:lnTo>
                  <a:pt x="285820" y="399237"/>
                </a:lnTo>
                <a:lnTo>
                  <a:pt x="345386" y="399237"/>
                </a:lnTo>
                <a:lnTo>
                  <a:pt x="744622" y="2"/>
                </a:lnTo>
                <a:lnTo>
                  <a:pt x="796865" y="2"/>
                </a:lnTo>
                <a:lnTo>
                  <a:pt x="369206" y="427661"/>
                </a:lnTo>
                <a:lnTo>
                  <a:pt x="369206" y="482624"/>
                </a:lnTo>
                <a:lnTo>
                  <a:pt x="840943" y="954364"/>
                </a:lnTo>
                <a:lnTo>
                  <a:pt x="1309187" y="486116"/>
                </a:lnTo>
                <a:lnTo>
                  <a:pt x="1309187" y="424169"/>
                </a:lnTo>
                <a:lnTo>
                  <a:pt x="885019" y="0"/>
                </a:lnTo>
                <a:lnTo>
                  <a:pt x="937262" y="0"/>
                </a:lnTo>
                <a:lnTo>
                  <a:pt x="1336499" y="399237"/>
                </a:lnTo>
                <a:lnTo>
                  <a:pt x="1396066" y="399237"/>
                </a:lnTo>
                <a:lnTo>
                  <a:pt x="1795300" y="3"/>
                </a:lnTo>
                <a:lnTo>
                  <a:pt x="1847544" y="3"/>
                </a:lnTo>
                <a:lnTo>
                  <a:pt x="1420012" y="427535"/>
                </a:lnTo>
                <a:lnTo>
                  <a:pt x="1420012" y="482750"/>
                </a:lnTo>
                <a:lnTo>
                  <a:pt x="1891623" y="954365"/>
                </a:lnTo>
                <a:lnTo>
                  <a:pt x="2360001" y="485992"/>
                </a:lnTo>
                <a:lnTo>
                  <a:pt x="2360001" y="424295"/>
                </a:lnTo>
                <a:lnTo>
                  <a:pt x="1935698" y="0"/>
                </a:lnTo>
                <a:lnTo>
                  <a:pt x="1987943" y="0"/>
                </a:lnTo>
                <a:lnTo>
                  <a:pt x="2387187" y="399237"/>
                </a:lnTo>
                <a:lnTo>
                  <a:pt x="2446755" y="399237"/>
                </a:lnTo>
                <a:lnTo>
                  <a:pt x="2845991" y="2"/>
                </a:lnTo>
                <a:lnTo>
                  <a:pt x="2898236" y="2"/>
                </a:lnTo>
                <a:lnTo>
                  <a:pt x="2470825" y="427411"/>
                </a:lnTo>
                <a:lnTo>
                  <a:pt x="2470825" y="482875"/>
                </a:lnTo>
                <a:lnTo>
                  <a:pt x="2942310" y="954365"/>
                </a:lnTo>
                <a:lnTo>
                  <a:pt x="3410809" y="485866"/>
                </a:lnTo>
                <a:lnTo>
                  <a:pt x="3410809" y="424419"/>
                </a:lnTo>
                <a:lnTo>
                  <a:pt x="2986386" y="0"/>
                </a:lnTo>
                <a:lnTo>
                  <a:pt x="3038626" y="0"/>
                </a:lnTo>
                <a:lnTo>
                  <a:pt x="3437870" y="399237"/>
                </a:lnTo>
                <a:lnTo>
                  <a:pt x="3497441" y="399237"/>
                </a:lnTo>
                <a:lnTo>
                  <a:pt x="3896667" y="2"/>
                </a:lnTo>
                <a:lnTo>
                  <a:pt x="3948913" y="2"/>
                </a:lnTo>
                <a:lnTo>
                  <a:pt x="3521637" y="427285"/>
                </a:lnTo>
                <a:lnTo>
                  <a:pt x="3521637" y="483001"/>
                </a:lnTo>
                <a:lnTo>
                  <a:pt x="3992987" y="954364"/>
                </a:lnTo>
                <a:lnTo>
                  <a:pt x="4461599" y="485738"/>
                </a:lnTo>
                <a:lnTo>
                  <a:pt x="4461599" y="424543"/>
                </a:lnTo>
                <a:lnTo>
                  <a:pt x="4037068" y="1"/>
                </a:lnTo>
                <a:lnTo>
                  <a:pt x="4089312" y="1"/>
                </a:lnTo>
                <a:lnTo>
                  <a:pt x="4488534" y="399237"/>
                </a:lnTo>
                <a:lnTo>
                  <a:pt x="4548100" y="399237"/>
                </a:lnTo>
                <a:lnTo>
                  <a:pt x="4947332" y="4"/>
                </a:lnTo>
                <a:lnTo>
                  <a:pt x="4999581" y="4"/>
                </a:lnTo>
                <a:lnTo>
                  <a:pt x="4572422" y="427156"/>
                </a:lnTo>
                <a:lnTo>
                  <a:pt x="4572422" y="483126"/>
                </a:lnTo>
                <a:lnTo>
                  <a:pt x="5043667" y="954362"/>
                </a:lnTo>
                <a:lnTo>
                  <a:pt x="5512409" y="485609"/>
                </a:lnTo>
                <a:lnTo>
                  <a:pt x="5512409" y="424674"/>
                </a:lnTo>
                <a:lnTo>
                  <a:pt x="5087742" y="1"/>
                </a:lnTo>
                <a:lnTo>
                  <a:pt x="5139977" y="1"/>
                </a:lnTo>
                <a:lnTo>
                  <a:pt x="5539215" y="399237"/>
                </a:lnTo>
                <a:lnTo>
                  <a:pt x="5598781" y="399237"/>
                </a:lnTo>
                <a:lnTo>
                  <a:pt x="5998007" y="2"/>
                </a:lnTo>
                <a:lnTo>
                  <a:pt x="6050249" y="2"/>
                </a:lnTo>
                <a:lnTo>
                  <a:pt x="5623232" y="427030"/>
                </a:lnTo>
                <a:lnTo>
                  <a:pt x="5623232" y="483255"/>
                </a:lnTo>
                <a:lnTo>
                  <a:pt x="6094326" y="954363"/>
                </a:lnTo>
                <a:lnTo>
                  <a:pt x="6563205" y="485481"/>
                </a:lnTo>
                <a:lnTo>
                  <a:pt x="6563205" y="42479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cap="small" spc="200" baseline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F077B-A50F-4D64-8574-E2D6A98A5553}" type="datetimeFigureOut">
              <a:rPr lang="en-US" smtClean="0"/>
              <a:t>9/6/2016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3233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8" y="2286000"/>
            <a:ext cx="475488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E2A62-1983-43A1-A163-D8AA46534C80}" type="datetimeFigureOut">
              <a:rPr lang="en-US" smtClean="0"/>
              <a:t>9/6/2016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4343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89320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89320" y="2967788"/>
            <a:ext cx="4754880" cy="3341572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F3E3B-34E3-4345-B2A1-994B83598A9C}" type="datetimeFigureOut">
              <a:rPr lang="en-US" smtClean="0"/>
              <a:t>9/6/2016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7127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16C96-82A1-4D77-8ADA-627AC6FE3D65}" type="datetimeFigureOut">
              <a:rPr lang="en-US" smtClean="0"/>
              <a:t>9/6/2016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0207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02C1E-28F2-47E9-802D-339E64E2F920}" type="datetimeFigureOut">
              <a:rPr lang="en-US" smtClean="0"/>
              <a:t>9/6/2016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229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71A48-F18A-45B3-BC05-1E27DA3F88AF}" type="datetimeFigureOut">
              <a:rPr lang="en-US" smtClean="0"/>
              <a:t>9/6/2016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394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747F8-9654-4282-85D2-65F41AAE7A75}" type="datetimeFigureOut">
              <a:rPr lang="en-US" smtClean="0"/>
              <a:t>9/6/2016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1841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6E300-0A13-4A81-945A-7333C271A069}" type="datetimeFigureOut">
              <a:rPr lang="en-US" smtClean="0"/>
              <a:t>9/6/2016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1792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0" y="762000"/>
            <a:ext cx="7581900" cy="54102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71962-1EA4-46E7-BCB0-F36CE46D1A59}" type="datetimeFigureOut">
              <a:rPr lang="en-US" smtClean="0"/>
              <a:t>9/6/2016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6269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1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8" y="6470704"/>
            <a:ext cx="215414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DC5B261-8843-42D1-AAFC-05E20E2D9B97}" type="datetimeFigureOut">
              <a:rPr lang="en-US" smtClean="0"/>
              <a:t>9/6/2016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8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4647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</p:sldLayoutIdLst>
  <p:hf sldNum="0" hdr="0" ftr="0" dt="0"/>
  <p:txStyles>
    <p:titleStyle>
      <a:lvl1pPr algn="l" defTabSz="914400" rtl="0" eaLnBrk="1" latinLnBrk="1" hangingPunct="1">
        <a:lnSpc>
          <a:spcPct val="80000"/>
        </a:lnSpc>
        <a:spcBef>
          <a:spcPct val="0"/>
        </a:spcBef>
        <a:buNone/>
        <a:defRPr sz="5000" kern="1200" cap="none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Algorithm Analysis</a:t>
            </a:r>
            <a:br>
              <a:rPr lang="en-US" altLang="ko-KR" dirty="0"/>
            </a:br>
            <a:r>
              <a:rPr lang="en-US" altLang="ko-KR" dirty="0"/>
              <a:t>Tutoring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Tutor</a:t>
            </a:r>
          </a:p>
          <a:p>
            <a:r>
              <a:rPr lang="ko-KR" altLang="en-US" dirty="0"/>
              <a:t>신용호</a:t>
            </a:r>
            <a:endParaRPr lang="en-US" altLang="ko-KR" dirty="0"/>
          </a:p>
          <a:p>
            <a:r>
              <a:rPr lang="ko-KR" altLang="en-US" dirty="0"/>
              <a:t>컴퓨터과학과 </a:t>
            </a:r>
            <a:r>
              <a:rPr lang="en-US" altLang="ko-KR" dirty="0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7103998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Today?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ko-KR" altLang="en-US" dirty="0"/>
              <a:t>간단한 자기 소개</a:t>
            </a:r>
            <a:endParaRPr lang="en-US" altLang="ko-KR" dirty="0"/>
          </a:p>
          <a:p>
            <a:pPr marL="457200" indent="-457200">
              <a:buFont typeface="+mj-lt"/>
              <a:buAutoNum type="arabicPeriod"/>
            </a:pPr>
            <a:r>
              <a:rPr lang="ko-KR" altLang="en-US" dirty="0"/>
              <a:t>한 학기 동안 배울 것</a:t>
            </a:r>
            <a:r>
              <a:rPr lang="en-US" altLang="ko-KR" dirty="0"/>
              <a:t>?</a:t>
            </a:r>
          </a:p>
          <a:p>
            <a:pPr marL="457200" indent="-457200">
              <a:buFont typeface="+mj-lt"/>
              <a:buAutoNum type="arabicPeriod"/>
            </a:pPr>
            <a:r>
              <a:rPr lang="ko-KR" altLang="en-US" dirty="0" err="1"/>
              <a:t>튜터링</a:t>
            </a:r>
            <a:r>
              <a:rPr lang="ko-KR" altLang="en-US" dirty="0"/>
              <a:t> 방향 논의</a:t>
            </a:r>
            <a:endParaRPr lang="en-US" altLang="ko-KR" dirty="0"/>
          </a:p>
          <a:p>
            <a:pPr marL="457200" indent="-457200">
              <a:buFont typeface="+mj-lt"/>
              <a:buAutoNum type="arabicPeriod"/>
            </a:pPr>
            <a:r>
              <a:rPr lang="en-US" altLang="ko-KR" dirty="0"/>
              <a:t>Java Basic (</a:t>
            </a:r>
            <a:r>
              <a:rPr lang="ko-KR" altLang="en-US" dirty="0"/>
              <a:t>듣고 싶은 사람만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65440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Ice Breaking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간단한 자기소개 시간입니다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32653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안녕하세요</a:t>
            </a:r>
          </a:p>
        </p:txBody>
      </p:sp>
      <p:sp>
        <p:nvSpPr>
          <p:cNvPr id="9" name="내용 개체 틀 8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이름</a:t>
            </a:r>
            <a:r>
              <a:rPr lang="en-US" altLang="ko-KR" dirty="0"/>
              <a:t>: </a:t>
            </a:r>
            <a:r>
              <a:rPr lang="ko-KR" altLang="en-US" dirty="0"/>
              <a:t>신용호</a:t>
            </a:r>
            <a:endParaRPr lang="en-US" altLang="ko-KR" dirty="0"/>
          </a:p>
          <a:p>
            <a:r>
              <a:rPr lang="ko-KR" altLang="en-US" dirty="0"/>
              <a:t>별명</a:t>
            </a:r>
            <a:r>
              <a:rPr lang="en-US" altLang="ko-KR" dirty="0"/>
              <a:t>: </a:t>
            </a:r>
            <a:r>
              <a:rPr lang="ko-KR" altLang="en-US" dirty="0"/>
              <a:t>가젤</a:t>
            </a:r>
            <a:r>
              <a:rPr lang="en-US" altLang="ko-KR" dirty="0"/>
              <a:t>, </a:t>
            </a:r>
            <a:r>
              <a:rPr lang="ko-KR" altLang="en-US" dirty="0"/>
              <a:t>갓드래곤타이거</a:t>
            </a:r>
            <a:r>
              <a:rPr lang="en-US" altLang="ko-KR" dirty="0"/>
              <a:t>, </a:t>
            </a:r>
            <a:r>
              <a:rPr lang="ko-KR" altLang="en-US" dirty="0" err="1"/>
              <a:t>빡용</a:t>
            </a:r>
            <a:r>
              <a:rPr lang="en-US" altLang="ko-KR" dirty="0"/>
              <a:t>, …</a:t>
            </a:r>
          </a:p>
          <a:p>
            <a:r>
              <a:rPr lang="en-US" altLang="ko-KR" dirty="0"/>
              <a:t>…</a:t>
            </a:r>
          </a:p>
          <a:p>
            <a:r>
              <a:rPr lang="en-US" altLang="ko-KR" dirty="0"/>
              <a:t>…</a:t>
            </a:r>
          </a:p>
          <a:p>
            <a:r>
              <a:rPr lang="en-US" altLang="ko-KR" dirty="0"/>
              <a:t>…</a:t>
            </a:r>
          </a:p>
          <a:p>
            <a:r>
              <a:rPr lang="ko-KR" altLang="en-US" dirty="0"/>
              <a:t>딱히 뭐 소개할 게 없네요</a:t>
            </a:r>
            <a:r>
              <a:rPr lang="en-US" altLang="ko-KR" dirty="0"/>
              <a:t>…</a:t>
            </a:r>
          </a:p>
          <a:p>
            <a:r>
              <a:rPr lang="ko-KR" altLang="en-US" dirty="0"/>
              <a:t>그냥 넣었어요</a:t>
            </a:r>
            <a:r>
              <a:rPr lang="en-US" altLang="ko-KR" dirty="0"/>
              <a:t>…</a:t>
            </a:r>
          </a:p>
          <a:p>
            <a:r>
              <a:rPr lang="ko-KR" altLang="en-US" dirty="0"/>
              <a:t>잘 부탁드립니다</a:t>
            </a:r>
            <a:r>
              <a:rPr lang="en-US" altLang="ko-KR" dirty="0"/>
              <a:t>.</a:t>
            </a:r>
          </a:p>
        </p:txBody>
      </p:sp>
      <p:pic>
        <p:nvPicPr>
          <p:cNvPr id="6146" name="Picture 2" descr="thomson gazelles에 대한 이미지 검색결과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938" y="2904424"/>
            <a:ext cx="4754562" cy="2785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024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What To Learn?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한 학기 동안 배울 것을 알아봅시다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47317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To Midterm</a:t>
            </a:r>
            <a:endParaRPr lang="ko-KR" altLang="en-US" dirty="0"/>
          </a:p>
        </p:txBody>
      </p:sp>
      <p:graphicFrame>
        <p:nvGraphicFramePr>
          <p:cNvPr id="6" name="내용 개체 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3755094"/>
              </p:ext>
            </p:extLst>
          </p:nvPr>
        </p:nvGraphicFramePr>
        <p:xfrm>
          <a:off x="1024128" y="2286000"/>
          <a:ext cx="9720071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52029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To Final</a:t>
            </a:r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2414258"/>
              </p:ext>
            </p:extLst>
          </p:nvPr>
        </p:nvGraphicFramePr>
        <p:xfrm>
          <a:off x="1024128" y="2286000"/>
          <a:ext cx="9720071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36383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Algorithms with Numbers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Euclidean Algorithm</a:t>
            </a:r>
          </a:p>
          <a:p>
            <a:pPr lvl="1"/>
            <a:r>
              <a:rPr lang="en-US" altLang="ko-KR" dirty="0"/>
              <a:t>Extended Euclidean Algorithm</a:t>
            </a:r>
          </a:p>
          <a:p>
            <a:r>
              <a:rPr lang="en-US" altLang="ko-KR" dirty="0"/>
              <a:t>Modular Arithmetic</a:t>
            </a:r>
          </a:p>
          <a:p>
            <a:pPr lvl="1"/>
            <a:r>
              <a:rPr lang="en-US" altLang="ko-KR" dirty="0"/>
              <a:t>Modular Exponentiation</a:t>
            </a:r>
          </a:p>
          <a:p>
            <a:pPr lvl="1"/>
            <a:r>
              <a:rPr lang="en-US" altLang="ko-KR" dirty="0"/>
              <a:t>Modular Division</a:t>
            </a:r>
          </a:p>
          <a:p>
            <a:r>
              <a:rPr lang="en-US" altLang="ko-KR" dirty="0"/>
              <a:t>Primality Test</a:t>
            </a:r>
          </a:p>
          <a:p>
            <a:pPr lvl="1"/>
            <a:r>
              <a:rPr lang="en-US" altLang="ko-KR" dirty="0"/>
              <a:t>Fermat’s Little Theorem</a:t>
            </a:r>
          </a:p>
          <a:p>
            <a:r>
              <a:rPr lang="en-US" altLang="ko-KR" dirty="0"/>
              <a:t>RSA</a:t>
            </a:r>
          </a:p>
          <a:p>
            <a:r>
              <a:rPr lang="en-US" altLang="ko-KR" dirty="0"/>
              <a:t>Universal Hashing</a:t>
            </a:r>
          </a:p>
          <a:p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7474" y="2865540"/>
            <a:ext cx="4276725" cy="2133600"/>
          </a:xfrm>
          <a:prstGeom prst="rect">
            <a:avLst/>
          </a:prstGeom>
        </p:spPr>
      </p:pic>
      <p:sp>
        <p:nvSpPr>
          <p:cNvPr id="5" name="포인트가 5개인 별 4"/>
          <p:cNvSpPr/>
          <p:nvPr/>
        </p:nvSpPr>
        <p:spPr>
          <a:xfrm>
            <a:off x="1614880" y="4999140"/>
            <a:ext cx="389390" cy="38939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포인트가 5개인 별 6"/>
          <p:cNvSpPr/>
          <p:nvPr/>
        </p:nvSpPr>
        <p:spPr>
          <a:xfrm>
            <a:off x="3428300" y="4497199"/>
            <a:ext cx="389390" cy="389390"/>
          </a:xfrm>
          <a:prstGeom prst="star5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포인트가 5개인 별 7"/>
          <p:cNvSpPr/>
          <p:nvPr/>
        </p:nvSpPr>
        <p:spPr>
          <a:xfrm>
            <a:off x="2715236" y="3737645"/>
            <a:ext cx="389390" cy="389390"/>
          </a:xfrm>
          <a:prstGeom prst="star5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포인트가 5개인 별 8"/>
          <p:cNvSpPr/>
          <p:nvPr/>
        </p:nvSpPr>
        <p:spPr>
          <a:xfrm>
            <a:off x="3846482" y="2601287"/>
            <a:ext cx="389390" cy="389390"/>
          </a:xfrm>
          <a:prstGeom prst="star5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85218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Divide-and-Conquer Algorithms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Master Theorem</a:t>
            </a:r>
          </a:p>
          <a:p>
            <a:r>
              <a:rPr lang="en-US" altLang="ko-KR" dirty="0"/>
              <a:t>Randomized Selection Algorithm</a:t>
            </a:r>
          </a:p>
          <a:p>
            <a:r>
              <a:rPr lang="en-US" altLang="ko-KR" dirty="0"/>
              <a:t>Polynomials Multiplication</a:t>
            </a:r>
          </a:p>
          <a:p>
            <a:pPr lvl="1"/>
            <a:r>
              <a:rPr lang="en-US" altLang="ko-KR" dirty="0"/>
              <a:t>Evaluation and Interpolation Method</a:t>
            </a:r>
          </a:p>
          <a:p>
            <a:pPr lvl="1"/>
            <a:r>
              <a:rPr lang="en-US" altLang="ko-KR" dirty="0"/>
              <a:t>Roots of Unity</a:t>
            </a:r>
            <a:endParaRPr lang="ko-KR" altLang="en-US" dirty="0"/>
          </a:p>
          <a:p>
            <a:pPr lvl="1"/>
            <a:r>
              <a:rPr lang="en-US" altLang="ko-KR" dirty="0"/>
              <a:t>Fast Fourier Transform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5180" y="3917659"/>
            <a:ext cx="5579019" cy="2391701"/>
          </a:xfrm>
          <a:prstGeom prst="rect">
            <a:avLst/>
          </a:prstGeom>
        </p:spPr>
      </p:pic>
      <p:sp>
        <p:nvSpPr>
          <p:cNvPr id="5" name="포인트가 5개인 별 4"/>
          <p:cNvSpPr/>
          <p:nvPr/>
        </p:nvSpPr>
        <p:spPr>
          <a:xfrm>
            <a:off x="2866935" y="2252619"/>
            <a:ext cx="389390" cy="38939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포인트가 5개인 별 5"/>
          <p:cNvSpPr/>
          <p:nvPr/>
        </p:nvSpPr>
        <p:spPr>
          <a:xfrm>
            <a:off x="3256325" y="4183642"/>
            <a:ext cx="389390" cy="389390"/>
          </a:xfrm>
          <a:prstGeom prst="star5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63595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Basic of Graph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Basic Definitions</a:t>
            </a:r>
          </a:p>
          <a:p>
            <a:pPr lvl="1"/>
            <a:r>
              <a:rPr lang="en-US" altLang="ko-KR" dirty="0"/>
              <a:t>Undirected and Directed Graph</a:t>
            </a:r>
          </a:p>
          <a:p>
            <a:pPr lvl="1"/>
            <a:r>
              <a:rPr lang="en-US" altLang="ko-KR" dirty="0"/>
              <a:t>Connected Component</a:t>
            </a:r>
          </a:p>
          <a:p>
            <a:pPr lvl="1"/>
            <a:r>
              <a:rPr lang="en-US" altLang="ko-KR" dirty="0"/>
              <a:t>Directed Acyclic Graph</a:t>
            </a:r>
          </a:p>
          <a:p>
            <a:pPr lvl="1"/>
            <a:r>
              <a:rPr lang="en-US" altLang="ko-KR" dirty="0"/>
              <a:t>Strongly Connected Component</a:t>
            </a:r>
          </a:p>
          <a:p>
            <a:r>
              <a:rPr lang="en-US" altLang="ko-KR" dirty="0"/>
              <a:t>Depth-first Search</a:t>
            </a:r>
          </a:p>
          <a:p>
            <a:r>
              <a:rPr lang="en-US" altLang="ko-KR" dirty="0"/>
              <a:t>Decomposition of Directed Graph</a:t>
            </a:r>
          </a:p>
          <a:p>
            <a:r>
              <a:rPr lang="en-US" altLang="ko-KR" dirty="0"/>
              <a:t>Breath-first Search</a:t>
            </a:r>
          </a:p>
          <a:p>
            <a:r>
              <a:rPr lang="en-US" altLang="ko-KR" dirty="0"/>
              <a:t>Single Source Shortest Path Algorithms</a:t>
            </a:r>
          </a:p>
          <a:p>
            <a:pPr lvl="1"/>
            <a:r>
              <a:rPr lang="en-US" altLang="ko-KR" dirty="0"/>
              <a:t>Dijkstra Algorithm</a:t>
            </a:r>
          </a:p>
          <a:p>
            <a:pPr lvl="1"/>
            <a:r>
              <a:rPr lang="en-US" altLang="ko-KR" dirty="0"/>
              <a:t>Bellman-Ford Algorithm</a:t>
            </a:r>
          </a:p>
          <a:p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8768" y="2084832"/>
            <a:ext cx="3605431" cy="3211560"/>
          </a:xfrm>
          <a:prstGeom prst="rect">
            <a:avLst/>
          </a:prstGeom>
        </p:spPr>
      </p:pic>
      <p:sp>
        <p:nvSpPr>
          <p:cNvPr id="6" name="포인트가 5개인 별 5"/>
          <p:cNvSpPr/>
          <p:nvPr/>
        </p:nvSpPr>
        <p:spPr>
          <a:xfrm>
            <a:off x="5264091" y="5183698"/>
            <a:ext cx="389390" cy="38939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38975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Greedy Algorithms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Minimum Spanning Tree Algorithms</a:t>
            </a:r>
          </a:p>
          <a:p>
            <a:pPr lvl="1"/>
            <a:r>
              <a:rPr lang="en-US" altLang="ko-KR" dirty="0"/>
              <a:t>Cut Property</a:t>
            </a:r>
          </a:p>
          <a:p>
            <a:pPr lvl="1"/>
            <a:r>
              <a:rPr lang="en-US" altLang="ko-KR" dirty="0" err="1"/>
              <a:t>Kruskal</a:t>
            </a:r>
            <a:r>
              <a:rPr lang="en-US" altLang="ko-KR" dirty="0"/>
              <a:t> Algorithm</a:t>
            </a:r>
          </a:p>
          <a:p>
            <a:pPr lvl="2"/>
            <a:r>
              <a:rPr lang="en-US" altLang="ko-KR" dirty="0"/>
              <a:t>Amortized Analysis</a:t>
            </a:r>
          </a:p>
          <a:p>
            <a:pPr lvl="1"/>
            <a:r>
              <a:rPr lang="en-US" altLang="ko-KR" dirty="0"/>
              <a:t>Prim’s Algorithm</a:t>
            </a:r>
          </a:p>
          <a:p>
            <a:pPr lvl="1"/>
            <a:r>
              <a:rPr lang="en-US" altLang="ko-KR" dirty="0"/>
              <a:t>Randomized Min-Cut Algorithm</a:t>
            </a:r>
          </a:p>
          <a:p>
            <a:r>
              <a:rPr lang="en-US" altLang="ko-KR" dirty="0"/>
              <a:t>Greedy Set Cover</a:t>
            </a:r>
          </a:p>
          <a:p>
            <a:r>
              <a:rPr lang="en-US" altLang="ko-KR" dirty="0"/>
              <a:t>Task Scheduling</a:t>
            </a:r>
          </a:p>
          <a:p>
            <a:r>
              <a:rPr lang="en-US" altLang="ko-KR" dirty="0"/>
              <a:t>Huffman Encoding</a:t>
            </a:r>
          </a:p>
          <a:p>
            <a:r>
              <a:rPr lang="en-US" altLang="ko-KR" dirty="0"/>
              <a:t>Horn Formula</a:t>
            </a:r>
          </a:p>
          <a:p>
            <a:pPr lvl="1"/>
            <a:endParaRPr lang="ko-KR" altLang="en-US" dirty="0"/>
          </a:p>
        </p:txBody>
      </p:sp>
      <p:pic>
        <p:nvPicPr>
          <p:cNvPr id="3074" name="Picture 2" descr="minimum spanning tree에 대한 이미지 검색결과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199" y="3061334"/>
            <a:ext cx="3810000" cy="3248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포인트가 5개인 별 4"/>
          <p:cNvSpPr/>
          <p:nvPr/>
        </p:nvSpPr>
        <p:spPr>
          <a:xfrm>
            <a:off x="2462168" y="2574722"/>
            <a:ext cx="389390" cy="38939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포인트가 5개인 별 5"/>
          <p:cNvSpPr/>
          <p:nvPr/>
        </p:nvSpPr>
        <p:spPr>
          <a:xfrm>
            <a:off x="2817303" y="3173371"/>
            <a:ext cx="389390" cy="389390"/>
          </a:xfrm>
          <a:prstGeom prst="star5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포인트가 5개인 별 6"/>
          <p:cNvSpPr/>
          <p:nvPr/>
        </p:nvSpPr>
        <p:spPr>
          <a:xfrm>
            <a:off x="3011998" y="4297680"/>
            <a:ext cx="389390" cy="389390"/>
          </a:xfrm>
          <a:prstGeom prst="star5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20908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Dynamic Programming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Components of Dynamic Programming</a:t>
            </a:r>
          </a:p>
          <a:p>
            <a:pPr lvl="1"/>
            <a:r>
              <a:rPr lang="en-US" altLang="ko-KR" dirty="0"/>
              <a:t>Problem, Sub-problem, Choice</a:t>
            </a:r>
          </a:p>
          <a:p>
            <a:pPr lvl="1"/>
            <a:r>
              <a:rPr lang="en-US" altLang="ko-KR" dirty="0"/>
              <a:t>Implicit DAG</a:t>
            </a:r>
          </a:p>
          <a:p>
            <a:r>
              <a:rPr lang="en-US" altLang="ko-KR" dirty="0"/>
              <a:t>Edit Distance</a:t>
            </a:r>
          </a:p>
          <a:p>
            <a:r>
              <a:rPr lang="en-US" altLang="ko-KR" dirty="0"/>
              <a:t>Knapsack with/without Repetition</a:t>
            </a:r>
          </a:p>
          <a:p>
            <a:r>
              <a:rPr lang="en-US" altLang="ko-KR" dirty="0"/>
              <a:t>Chained Matrix Multiplication</a:t>
            </a:r>
          </a:p>
          <a:p>
            <a:pPr lvl="1"/>
            <a:r>
              <a:rPr lang="en-US" altLang="ko-KR" dirty="0"/>
              <a:t>CYK Algorithm</a:t>
            </a:r>
          </a:p>
          <a:p>
            <a:r>
              <a:rPr lang="en-US" altLang="ko-KR" dirty="0"/>
              <a:t>Shortest Reliable Path</a:t>
            </a:r>
          </a:p>
          <a:p>
            <a:r>
              <a:rPr lang="en-US" altLang="ko-KR" dirty="0"/>
              <a:t>Floyd-</a:t>
            </a:r>
            <a:r>
              <a:rPr lang="en-US" altLang="ko-KR" dirty="0" err="1"/>
              <a:t>Warshall</a:t>
            </a:r>
            <a:r>
              <a:rPr lang="en-US" altLang="ko-KR" dirty="0"/>
              <a:t> Algorithm</a:t>
            </a:r>
          </a:p>
          <a:p>
            <a:r>
              <a:rPr lang="en-US" altLang="ko-KR" dirty="0"/>
              <a:t>Traveling Salesman Problem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9701" y="3188519"/>
            <a:ext cx="5491508" cy="2218321"/>
          </a:xfrm>
          <a:prstGeom prst="rect">
            <a:avLst/>
          </a:prstGeom>
        </p:spPr>
      </p:pic>
      <p:sp>
        <p:nvSpPr>
          <p:cNvPr id="5" name="포인트가 5개인 별 4"/>
          <p:cNvSpPr/>
          <p:nvPr/>
        </p:nvSpPr>
        <p:spPr>
          <a:xfrm>
            <a:off x="5104700" y="2247285"/>
            <a:ext cx="389390" cy="38939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10379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Network Flow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Ford-Fulkerson Method</a:t>
            </a:r>
          </a:p>
          <a:p>
            <a:pPr lvl="1"/>
            <a:r>
              <a:rPr lang="en-US" altLang="ko-KR" dirty="0"/>
              <a:t>Flow Network, Capacity, Flow</a:t>
            </a:r>
          </a:p>
          <a:p>
            <a:pPr lvl="1"/>
            <a:r>
              <a:rPr lang="en-US" altLang="ko-KR" dirty="0"/>
              <a:t>Residual Capacity, Residual Edge, Residual Graph</a:t>
            </a:r>
          </a:p>
          <a:p>
            <a:pPr lvl="1"/>
            <a:r>
              <a:rPr lang="en-US" altLang="ko-KR" dirty="0"/>
              <a:t>Augmentation: Augmenting Flow, Augmenting Path</a:t>
            </a:r>
          </a:p>
          <a:p>
            <a:pPr lvl="1"/>
            <a:r>
              <a:rPr lang="en-US" altLang="ko-KR" dirty="0"/>
              <a:t>Net Flow, Cut Capacity</a:t>
            </a:r>
          </a:p>
          <a:p>
            <a:pPr lvl="1"/>
            <a:r>
              <a:rPr lang="en-US" altLang="ko-KR" dirty="0"/>
              <a:t>Max-Flow Min-Cut Theorem</a:t>
            </a:r>
          </a:p>
          <a:p>
            <a:pPr lvl="1"/>
            <a:r>
              <a:rPr lang="en-US" altLang="ko-KR" dirty="0"/>
              <a:t>Edwards-Karp Algorithm</a:t>
            </a:r>
          </a:p>
          <a:p>
            <a:pPr lvl="1"/>
            <a:r>
              <a:rPr lang="en-US" altLang="ko-KR" dirty="0"/>
              <a:t>Fattest Path Heuristic</a:t>
            </a:r>
          </a:p>
          <a:p>
            <a:r>
              <a:rPr lang="en-US" altLang="ko-KR" dirty="0" err="1"/>
              <a:t>Preflow</a:t>
            </a:r>
            <a:r>
              <a:rPr lang="en-US" altLang="ko-KR" dirty="0"/>
              <a:t>-Push Algorithm</a:t>
            </a:r>
          </a:p>
          <a:p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1483" y="2084832"/>
            <a:ext cx="5924550" cy="3524250"/>
          </a:xfrm>
          <a:prstGeom prst="rect">
            <a:avLst/>
          </a:prstGeom>
        </p:spPr>
      </p:pic>
      <p:sp>
        <p:nvSpPr>
          <p:cNvPr id="5" name="포인트가 5개인 별 4"/>
          <p:cNvSpPr/>
          <p:nvPr/>
        </p:nvSpPr>
        <p:spPr>
          <a:xfrm>
            <a:off x="3636627" y="2213995"/>
            <a:ext cx="389390" cy="38939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63309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Linear Programming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Simplex Algorithm</a:t>
            </a:r>
          </a:p>
          <a:p>
            <a:r>
              <a:rPr lang="en-US" altLang="ko-KR" dirty="0"/>
              <a:t>Duality Property</a:t>
            </a:r>
          </a:p>
          <a:p>
            <a:r>
              <a:rPr lang="en-US" altLang="ko-KR" dirty="0"/>
              <a:t>Relationship with Network Flow</a:t>
            </a:r>
          </a:p>
          <a:p>
            <a:pPr lvl="1"/>
            <a:r>
              <a:rPr lang="en-US" altLang="ko-KR" dirty="0"/>
              <a:t>Intuitive Approach of Ford-Fulkerson Method</a:t>
            </a:r>
          </a:p>
          <a:p>
            <a:pPr lvl="1"/>
            <a:r>
              <a:rPr lang="en-US" altLang="ko-KR" dirty="0"/>
              <a:t>Max-Flow Min-Cut Duality Property</a:t>
            </a:r>
            <a:endParaRPr lang="ko-KR" altLang="en-US" dirty="0"/>
          </a:p>
        </p:txBody>
      </p:sp>
      <p:pic>
        <p:nvPicPr>
          <p:cNvPr id="4098" name="Picture 2" descr="simplex algorithm에 대한 이미지 검색결과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3445" y="1052818"/>
            <a:ext cx="3716471" cy="2940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simplex algorithm에 대한 이미지 검색결과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0256" y="4479315"/>
            <a:ext cx="2857500" cy="206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포인트가 5개인 별 5"/>
          <p:cNvSpPr/>
          <p:nvPr/>
        </p:nvSpPr>
        <p:spPr>
          <a:xfrm>
            <a:off x="3057786" y="2286000"/>
            <a:ext cx="389390" cy="38939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포인트가 5개인 별 6"/>
          <p:cNvSpPr/>
          <p:nvPr/>
        </p:nvSpPr>
        <p:spPr>
          <a:xfrm>
            <a:off x="2863091" y="2753922"/>
            <a:ext cx="389390" cy="389390"/>
          </a:xfrm>
          <a:prstGeom prst="star5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31606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P, NP, NP-complete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Definition of class P, NP, NP-hard, NP-complete</a:t>
            </a:r>
          </a:p>
          <a:p>
            <a:pPr lvl="1"/>
            <a:r>
              <a:rPr lang="en-US" altLang="ko-KR" dirty="0"/>
              <a:t>P: Optimization Problem and Decision Problem</a:t>
            </a:r>
          </a:p>
          <a:p>
            <a:pPr lvl="1"/>
            <a:r>
              <a:rPr lang="en-US" altLang="ko-KR" dirty="0"/>
              <a:t>NP: Verification(Search) Problem</a:t>
            </a:r>
          </a:p>
          <a:p>
            <a:pPr lvl="1"/>
            <a:r>
              <a:rPr lang="en-US" altLang="ko-KR" dirty="0"/>
              <a:t>NP-hard: Polynomial-Time Reducibility</a:t>
            </a:r>
          </a:p>
          <a:p>
            <a:pPr lvl="1"/>
            <a:r>
              <a:rPr lang="en-US" altLang="ko-KR" dirty="0"/>
              <a:t>NP-complete: NP and NP-hard</a:t>
            </a:r>
          </a:p>
          <a:p>
            <a:r>
              <a:rPr lang="en-US" altLang="ko-KR" dirty="0"/>
              <a:t>Known NP-complete Problems</a:t>
            </a:r>
          </a:p>
          <a:p>
            <a:pPr lvl="1"/>
            <a:r>
              <a:rPr lang="en-US" altLang="ko-KR" dirty="0"/>
              <a:t>Any NP </a:t>
            </a:r>
            <a:r>
              <a:rPr lang="ko-KR" altLang="en-US" dirty="0"/>
              <a:t>→ </a:t>
            </a:r>
            <a:r>
              <a:rPr lang="en-US" altLang="ko-KR" dirty="0"/>
              <a:t>CIRCUIT-SAT</a:t>
            </a:r>
          </a:p>
          <a:p>
            <a:pPr lvl="1"/>
            <a:r>
              <a:rPr lang="en-US" altLang="ko-KR" dirty="0"/>
              <a:t>3SAT </a:t>
            </a:r>
            <a:r>
              <a:rPr lang="ko-KR" altLang="en-US" dirty="0"/>
              <a:t>→ </a:t>
            </a:r>
            <a:r>
              <a:rPr lang="en-US" altLang="ko-KR" dirty="0"/>
              <a:t>INDEP-SET</a:t>
            </a:r>
          </a:p>
          <a:p>
            <a:pPr lvl="1"/>
            <a:r>
              <a:rPr lang="en-US" altLang="ko-KR" dirty="0"/>
              <a:t>INDEP-SET </a:t>
            </a:r>
            <a:r>
              <a:rPr lang="ko-KR" altLang="en-US" dirty="0"/>
              <a:t>→ </a:t>
            </a:r>
            <a:r>
              <a:rPr lang="en-US" altLang="ko-KR" dirty="0"/>
              <a:t>CLIQUE, VERTEX-COVER</a:t>
            </a:r>
          </a:p>
          <a:p>
            <a:pPr lvl="1"/>
            <a:r>
              <a:rPr lang="en-US" altLang="ko-KR" dirty="0"/>
              <a:t>3D-MATCH </a:t>
            </a:r>
            <a:r>
              <a:rPr lang="ko-KR" altLang="en-US" dirty="0"/>
              <a:t>→ </a:t>
            </a:r>
            <a:r>
              <a:rPr lang="en-US" altLang="ko-KR" dirty="0"/>
              <a:t>ZOE</a:t>
            </a:r>
          </a:p>
          <a:p>
            <a:pPr lvl="1"/>
            <a:r>
              <a:rPr lang="en-US" altLang="ko-KR" dirty="0"/>
              <a:t>ZOE </a:t>
            </a:r>
            <a:r>
              <a:rPr lang="ko-KR" altLang="en-US" dirty="0"/>
              <a:t>→ </a:t>
            </a:r>
            <a:r>
              <a:rPr lang="en-US" altLang="ko-KR" dirty="0"/>
              <a:t>SUBSET-SUM</a:t>
            </a:r>
          </a:p>
          <a:p>
            <a:pPr lvl="1"/>
            <a:r>
              <a:rPr lang="en-US" altLang="ko-KR" dirty="0"/>
              <a:t>HAM-CYCLE </a:t>
            </a:r>
            <a:r>
              <a:rPr lang="ko-KR" altLang="en-US" dirty="0"/>
              <a:t>→ </a:t>
            </a:r>
            <a:r>
              <a:rPr lang="en-US" altLang="ko-KR" dirty="0"/>
              <a:t>TSP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4021" y="2553811"/>
            <a:ext cx="5141315" cy="3956717"/>
          </a:xfrm>
          <a:prstGeom prst="rect">
            <a:avLst/>
          </a:prstGeom>
        </p:spPr>
      </p:pic>
      <p:sp>
        <p:nvSpPr>
          <p:cNvPr id="5" name="포인트가 5개인 별 4"/>
          <p:cNvSpPr/>
          <p:nvPr/>
        </p:nvSpPr>
        <p:spPr>
          <a:xfrm>
            <a:off x="6189326" y="2164421"/>
            <a:ext cx="389390" cy="38939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포인트가 5개인 별 5"/>
          <p:cNvSpPr/>
          <p:nvPr/>
        </p:nvSpPr>
        <p:spPr>
          <a:xfrm>
            <a:off x="4300755" y="3908290"/>
            <a:ext cx="389390" cy="389390"/>
          </a:xfrm>
          <a:prstGeom prst="star5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24848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Coping with NP-completeness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Intelligent Search</a:t>
            </a:r>
          </a:p>
          <a:p>
            <a:pPr lvl="1"/>
            <a:r>
              <a:rPr lang="en-US" altLang="ko-KR" dirty="0"/>
              <a:t>Backtracking(Pruning)</a:t>
            </a:r>
          </a:p>
          <a:p>
            <a:pPr lvl="1"/>
            <a:r>
              <a:rPr lang="en-US" altLang="ko-KR" dirty="0"/>
              <a:t>Branch-and-Bound</a:t>
            </a:r>
          </a:p>
          <a:p>
            <a:r>
              <a:rPr lang="en-US" altLang="ko-KR" dirty="0"/>
              <a:t>Local Search Heuristics</a:t>
            </a:r>
          </a:p>
          <a:p>
            <a:pPr lvl="1"/>
            <a:r>
              <a:rPr lang="en-US" altLang="ko-KR" dirty="0"/>
              <a:t>Simulated Annealing</a:t>
            </a:r>
          </a:p>
          <a:p>
            <a:pPr lvl="1"/>
            <a:r>
              <a:rPr lang="en-US" altLang="ko-KR" dirty="0"/>
              <a:t>Genetic Algorithms</a:t>
            </a:r>
          </a:p>
          <a:p>
            <a:r>
              <a:rPr lang="en-US" altLang="ko-KR" dirty="0"/>
              <a:t>Approximation Algorithms</a:t>
            </a:r>
          </a:p>
          <a:p>
            <a:pPr lvl="1"/>
            <a:r>
              <a:rPr lang="en-US" altLang="ko-KR" dirty="0"/>
              <a:t>Vertex Covering by</a:t>
            </a:r>
            <a:r>
              <a:rPr lang="ko-KR" altLang="en-US" dirty="0"/>
              <a:t> </a:t>
            </a:r>
            <a:r>
              <a:rPr lang="en-US" altLang="ko-KR" dirty="0"/>
              <a:t>Maximal Matching</a:t>
            </a:r>
          </a:p>
          <a:p>
            <a:pPr lvl="1"/>
            <a:r>
              <a:rPr lang="en-US" altLang="ko-KR" dirty="0"/>
              <a:t>Clustering by Farthest-first Choosing</a:t>
            </a:r>
          </a:p>
          <a:p>
            <a:pPr lvl="1"/>
            <a:r>
              <a:rPr lang="en-US" altLang="ko-KR" dirty="0"/>
              <a:t>TSP by MST</a:t>
            </a:r>
          </a:p>
          <a:p>
            <a:pPr lvl="1"/>
            <a:r>
              <a:rPr lang="en-US" altLang="ko-KR" dirty="0"/>
              <a:t>Knapsack by Rescaling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9647" y="2519881"/>
            <a:ext cx="2894552" cy="2755614"/>
          </a:xfrm>
          <a:prstGeom prst="rect">
            <a:avLst/>
          </a:prstGeom>
        </p:spPr>
      </p:pic>
      <p:sp>
        <p:nvSpPr>
          <p:cNvPr id="5" name="포인트가 5개인 별 4"/>
          <p:cNvSpPr/>
          <p:nvPr/>
        </p:nvSpPr>
        <p:spPr>
          <a:xfrm>
            <a:off x="3852803" y="4504190"/>
            <a:ext cx="389390" cy="38939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포인트가 5개인 별 5"/>
          <p:cNvSpPr/>
          <p:nvPr/>
        </p:nvSpPr>
        <p:spPr>
          <a:xfrm>
            <a:off x="3075962" y="2286000"/>
            <a:ext cx="389390" cy="389390"/>
          </a:xfrm>
          <a:prstGeom prst="star5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61521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Notice &amp; Discussion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공지 및 </a:t>
            </a:r>
            <a:r>
              <a:rPr lang="ko-KR" altLang="en-US" dirty="0" err="1"/>
              <a:t>논의사항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47149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수업 방식</a:t>
            </a:r>
          </a:p>
        </p:txBody>
      </p:sp>
      <p:graphicFrame>
        <p:nvGraphicFramePr>
          <p:cNvPr id="6" name="내용 개체 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3414510"/>
              </p:ext>
            </p:extLst>
          </p:nvPr>
        </p:nvGraphicFramePr>
        <p:xfrm>
          <a:off x="1024128" y="2286000"/>
          <a:ext cx="9720071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25903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이학과 공학의 경계</a:t>
            </a:r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7387760"/>
              </p:ext>
            </p:extLst>
          </p:nvPr>
        </p:nvGraphicFramePr>
        <p:xfrm>
          <a:off x="1024128" y="2286000"/>
          <a:ext cx="9720071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722710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 </a:t>
            </a:r>
            <a:r>
              <a:rPr lang="ko-KR" altLang="en-US" dirty="0" err="1"/>
              <a:t>튜터링은</a:t>
            </a:r>
            <a:r>
              <a:rPr lang="en-US" altLang="ko-KR" dirty="0"/>
              <a:t>…</a:t>
            </a:r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0864814"/>
              </p:ext>
            </p:extLst>
          </p:nvPr>
        </p:nvGraphicFramePr>
        <p:xfrm>
          <a:off x="1024128" y="2286000"/>
          <a:ext cx="9720071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135310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교재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튜터링을</a:t>
            </a:r>
            <a:r>
              <a:rPr lang="ko-KR" altLang="en-US" dirty="0"/>
              <a:t> 판서로 진행할 예정입니다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필요한 사항을 노트나 </a:t>
            </a:r>
            <a:r>
              <a:rPr lang="en-US" altLang="ko-KR" dirty="0"/>
              <a:t>PPT</a:t>
            </a:r>
            <a:r>
              <a:rPr lang="ko-KR" altLang="en-US" dirty="0"/>
              <a:t>에 직접 필기하시기 바랍니다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교수님 강의 </a:t>
            </a:r>
            <a:r>
              <a:rPr lang="en-US" altLang="ko-KR" dirty="0"/>
              <a:t>PPT </a:t>
            </a:r>
            <a:r>
              <a:rPr lang="ko-KR" altLang="en-US" dirty="0"/>
              <a:t>자료는 올라오는 대로 제게 가져다 주시기 바랍니다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제가 주로 참조하는 교재는 다음과 같습니다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『Introduction to Algorithms 3e』 written by </a:t>
            </a:r>
            <a:r>
              <a:rPr lang="en-US" altLang="ko-KR" dirty="0" err="1"/>
              <a:t>Cormen</a:t>
            </a:r>
            <a:r>
              <a:rPr lang="en-US" altLang="ko-KR" dirty="0"/>
              <a:t>, </a:t>
            </a:r>
            <a:r>
              <a:rPr lang="en-US" altLang="ko-KR" dirty="0" err="1"/>
              <a:t>Leiserson</a:t>
            </a:r>
            <a:r>
              <a:rPr lang="en-US" altLang="ko-KR" dirty="0"/>
              <a:t>, </a:t>
            </a:r>
            <a:r>
              <a:rPr lang="en-US" altLang="ko-KR" dirty="0" err="1"/>
              <a:t>Rivest</a:t>
            </a:r>
            <a:r>
              <a:rPr lang="en-US" altLang="ko-KR" dirty="0"/>
              <a:t>, Stein  The MIT press</a:t>
            </a:r>
          </a:p>
          <a:p>
            <a:pPr lvl="1"/>
            <a:r>
              <a:rPr lang="en-US" altLang="ko-KR" dirty="0"/>
              <a:t>『Algorithms』 written by </a:t>
            </a:r>
            <a:r>
              <a:rPr lang="en-US" altLang="ko-KR" dirty="0" err="1"/>
              <a:t>Dasgupta</a:t>
            </a:r>
            <a:r>
              <a:rPr lang="en-US" altLang="ko-KR" dirty="0"/>
              <a:t>, Papadimitriou, </a:t>
            </a:r>
            <a:r>
              <a:rPr lang="en-US" altLang="ko-KR" dirty="0" err="1"/>
              <a:t>Vazirani</a:t>
            </a:r>
            <a:r>
              <a:rPr lang="en-US" altLang="ko-KR" dirty="0"/>
              <a:t>  McGraw Hill Education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874191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예상 일정 </a:t>
            </a:r>
            <a:r>
              <a:rPr lang="en-US" altLang="ko-KR" dirty="0"/>
              <a:t>(</a:t>
            </a:r>
            <a:r>
              <a:rPr lang="ko-KR" altLang="en-US" dirty="0"/>
              <a:t>중간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6" name="내용 개체 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6300883"/>
              </p:ext>
            </p:extLst>
          </p:nvPr>
        </p:nvGraphicFramePr>
        <p:xfrm>
          <a:off x="1023938" y="2286000"/>
          <a:ext cx="9720261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5196">
                  <a:extLst>
                    <a:ext uri="{9D8B030D-6E8A-4147-A177-3AD203B41FA5}">
                      <a16:colId xmlns:a16="http://schemas.microsoft.com/office/drawing/2014/main" val="2576464398"/>
                    </a:ext>
                  </a:extLst>
                </a:gridCol>
                <a:gridCol w="1526796">
                  <a:extLst>
                    <a:ext uri="{9D8B030D-6E8A-4147-A177-3AD203B41FA5}">
                      <a16:colId xmlns:a16="http://schemas.microsoft.com/office/drawing/2014/main" val="1173312440"/>
                    </a:ext>
                  </a:extLst>
                </a:gridCol>
                <a:gridCol w="3239729">
                  <a:extLst>
                    <a:ext uri="{9D8B030D-6E8A-4147-A177-3AD203B41FA5}">
                      <a16:colId xmlns:a16="http://schemas.microsoft.com/office/drawing/2014/main" val="3678412405"/>
                    </a:ext>
                  </a:extLst>
                </a:gridCol>
                <a:gridCol w="4098540">
                  <a:extLst>
                    <a:ext uri="{9D8B030D-6E8A-4147-A177-3AD203B41FA5}">
                      <a16:colId xmlns:a16="http://schemas.microsoft.com/office/drawing/2014/main" val="15237517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회차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예정일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튜터링</a:t>
                      </a:r>
                      <a:r>
                        <a:rPr lang="ko-KR" altLang="en-US" dirty="0"/>
                        <a:t> 범위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특이사항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9066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9/7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OT, Java Basic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0113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accent1"/>
                          </a:solidFill>
                        </a:rPr>
                        <a:t>9/14</a:t>
                      </a:r>
                      <a:endParaRPr lang="ko-KR" alt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Nums</a:t>
                      </a:r>
                      <a:r>
                        <a:rPr lang="en-US" altLang="ko-KR" dirty="0"/>
                        <a:t>,</a:t>
                      </a:r>
                      <a:r>
                        <a:rPr lang="en-US" altLang="ko-KR" baseline="0" dirty="0"/>
                        <a:t> </a:t>
                      </a:r>
                      <a:r>
                        <a:rPr lang="en-US" altLang="ko-KR" baseline="0" dirty="0" err="1"/>
                        <a:t>DaC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추석</a:t>
                      </a:r>
                      <a:r>
                        <a:rPr lang="en-US" altLang="ko-KR" dirty="0"/>
                        <a:t>(9/14 ~ 9/16)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8239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9/21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DaC</a:t>
                      </a:r>
                      <a:r>
                        <a:rPr lang="en-US" altLang="ko-KR" dirty="0"/>
                        <a:t>, Graph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9898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9/28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Graph,</a:t>
                      </a:r>
                      <a:r>
                        <a:rPr lang="en-US" altLang="ko-KR" baseline="0" dirty="0"/>
                        <a:t> Greedy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8334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10/5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Greedy</a:t>
                      </a:r>
                      <a:r>
                        <a:rPr lang="en-US" altLang="ko-KR" baseline="0" dirty="0"/>
                        <a:t>, DP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97804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accent1"/>
                          </a:solidFill>
                        </a:rPr>
                        <a:t>10/12</a:t>
                      </a:r>
                      <a:endParaRPr lang="ko-KR" alt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DP, </a:t>
                      </a:r>
                      <a:r>
                        <a:rPr lang="ko-KR" altLang="en-US" dirty="0"/>
                        <a:t>총정리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양고분</a:t>
                      </a:r>
                      <a:r>
                        <a:rPr lang="ko-KR" altLang="en-US" dirty="0"/>
                        <a:t> 중간</a:t>
                      </a:r>
                      <a:r>
                        <a:rPr lang="ko-KR" altLang="en-US" baseline="0" dirty="0"/>
                        <a:t> 예정</a:t>
                      </a:r>
                      <a:r>
                        <a:rPr lang="en-US" altLang="ko-KR" dirty="0"/>
                        <a:t>(10/12)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74574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99088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예상 일정 </a:t>
            </a:r>
            <a:r>
              <a:rPr lang="en-US" altLang="ko-KR" dirty="0"/>
              <a:t>(</a:t>
            </a:r>
            <a:r>
              <a:rPr lang="ko-KR" altLang="en-US" dirty="0"/>
              <a:t>기말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5" name="내용 개체 틀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1473884"/>
              </p:ext>
            </p:extLst>
          </p:nvPr>
        </p:nvGraphicFramePr>
        <p:xfrm>
          <a:off x="1023938" y="2286000"/>
          <a:ext cx="9720264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418">
                  <a:extLst>
                    <a:ext uri="{9D8B030D-6E8A-4147-A177-3AD203B41FA5}">
                      <a16:colId xmlns:a16="http://schemas.microsoft.com/office/drawing/2014/main" val="1423752520"/>
                    </a:ext>
                  </a:extLst>
                </a:gridCol>
                <a:gridCol w="1526796">
                  <a:extLst>
                    <a:ext uri="{9D8B030D-6E8A-4147-A177-3AD203B41FA5}">
                      <a16:colId xmlns:a16="http://schemas.microsoft.com/office/drawing/2014/main" val="600378156"/>
                    </a:ext>
                  </a:extLst>
                </a:gridCol>
                <a:gridCol w="3338819">
                  <a:extLst>
                    <a:ext uri="{9D8B030D-6E8A-4147-A177-3AD203B41FA5}">
                      <a16:colId xmlns:a16="http://schemas.microsoft.com/office/drawing/2014/main" val="3458044523"/>
                    </a:ext>
                  </a:extLst>
                </a:gridCol>
                <a:gridCol w="4016231">
                  <a:extLst>
                    <a:ext uri="{9D8B030D-6E8A-4147-A177-3AD203B41FA5}">
                      <a16:colId xmlns:a16="http://schemas.microsoft.com/office/drawing/2014/main" val="1061838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회차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예정일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튜터링</a:t>
                      </a:r>
                      <a:r>
                        <a:rPr lang="ko-KR" altLang="en-US" dirty="0"/>
                        <a:t> 범위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특이사항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2070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11/2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aseline="0" dirty="0"/>
                        <a:t>Flow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475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11/9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Flow, LP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0340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11/16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NPC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8893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11/23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NPC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3380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11/30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Coping</a:t>
                      </a:r>
                      <a:r>
                        <a:rPr lang="en-US" altLang="ko-KR" baseline="0" dirty="0"/>
                        <a:t> with NPC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07947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12/7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총정리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37380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26946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Q&amp;A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기타 궁금한 점이나 나누고 싶은 의견이 있으시면 얘기해 주세요</a:t>
            </a:r>
            <a:r>
              <a:rPr lang="en-US" altLang="ko-KR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4942534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Basic of Java</a:t>
            </a:r>
            <a:endParaRPr lang="ko-KR" altLang="en-US" dirty="0"/>
          </a:p>
        </p:txBody>
      </p:sp>
      <p:sp>
        <p:nvSpPr>
          <p:cNvPr id="9" name="텍스트 개체 틀 8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Java </a:t>
            </a:r>
            <a:r>
              <a:rPr lang="ko-KR" altLang="en-US" dirty="0"/>
              <a:t>언어 기초를 배웁니다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670315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소스코드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여기서 다운받으세요</a:t>
            </a:r>
            <a:r>
              <a:rPr lang="en-US" altLang="ko-KR" dirty="0"/>
              <a:t>!</a:t>
            </a:r>
          </a:p>
          <a:p>
            <a:r>
              <a:rPr lang="en-US" altLang="ko-KR" dirty="0"/>
              <a:t>https://github.com/syh54772/AlgorithmAnalysisTutoring/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983355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전체">
  <a:themeElements>
    <a:clrScheme name="전체">
      <a:dk1>
        <a:sysClr val="windowText" lastClr="000000"/>
      </a:dk1>
      <a:lt1>
        <a:sysClr val="window" lastClr="FFFFFF"/>
      </a:lt1>
      <a:dk2>
        <a:srgbClr val="534949"/>
      </a:dk2>
      <a:lt2>
        <a:srgbClr val="CCD1B9"/>
      </a:lt2>
      <a:accent1>
        <a:srgbClr val="C66951"/>
      </a:accent1>
      <a:accent2>
        <a:srgbClr val="BF974D"/>
      </a:accent2>
      <a:accent3>
        <a:srgbClr val="928B70"/>
      </a:accent3>
      <a:accent4>
        <a:srgbClr val="87706B"/>
      </a:accent4>
      <a:accent5>
        <a:srgbClr val="94734E"/>
      </a:accent5>
      <a:accent6>
        <a:srgbClr val="6F777D"/>
      </a:accent6>
      <a:hlink>
        <a:srgbClr val="CC9900"/>
      </a:hlink>
      <a:folHlink>
        <a:srgbClr val="C0C0C0"/>
      </a:folHlink>
    </a:clrScheme>
    <a:fontScheme name="사용자 지정 2">
      <a:majorFont>
        <a:latin typeface="나눔손글씨 붓"/>
        <a:ea typeface="나눔손글씨 붓"/>
        <a:cs typeface=""/>
      </a:majorFont>
      <a:minorFont>
        <a:latin typeface="나눔바른펜"/>
        <a:ea typeface="나눔바른펜"/>
        <a:cs typeface=""/>
      </a:minorFont>
    </a:fontScheme>
    <a:fmtScheme name="전체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125000"/>
              </a:schemeClr>
              <a:schemeClr val="phClr">
                <a:tint val="92000"/>
                <a:shade val="70000"/>
                <a:satMod val="110000"/>
              </a:schemeClr>
            </a:duotone>
          </a:blip>
          <a:tile tx="0" ty="0" sx="22000" sy="22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E736489A-00C3-4E0A-AAA8-D4D3127BA5B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178</TotalTime>
  <Words>702</Words>
  <Application>Microsoft Office PowerPoint</Application>
  <PresentationFormat>와이드스크린</PresentationFormat>
  <Paragraphs>212</Paragraphs>
  <Slides>26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1" baseType="lpstr">
      <vt:lpstr>나눔바른펜</vt:lpstr>
      <vt:lpstr>나눔손글씨 붓</vt:lpstr>
      <vt:lpstr>Tw Cen MT</vt:lpstr>
      <vt:lpstr>Wingdings 3</vt:lpstr>
      <vt:lpstr>전체</vt:lpstr>
      <vt:lpstr>Algorithm Analysis Tutoring</vt:lpstr>
      <vt:lpstr>Today?</vt:lpstr>
      <vt:lpstr>Ice Breaking</vt:lpstr>
      <vt:lpstr>안녕하세요</vt:lpstr>
      <vt:lpstr>What To Learn?</vt:lpstr>
      <vt:lpstr>To Midterm</vt:lpstr>
      <vt:lpstr>To Final</vt:lpstr>
      <vt:lpstr>Algorithms with Numbers</vt:lpstr>
      <vt:lpstr>Divide-and-Conquer Algorithms</vt:lpstr>
      <vt:lpstr>Basic of Graph</vt:lpstr>
      <vt:lpstr>Greedy Algorithms</vt:lpstr>
      <vt:lpstr>Dynamic Programming</vt:lpstr>
      <vt:lpstr>Network Flow</vt:lpstr>
      <vt:lpstr>Linear Programming</vt:lpstr>
      <vt:lpstr>P, NP, NP-complete</vt:lpstr>
      <vt:lpstr>Coping with NP-completeness</vt:lpstr>
      <vt:lpstr>Notice &amp; Discussion</vt:lpstr>
      <vt:lpstr>수업 방식</vt:lpstr>
      <vt:lpstr>이학과 공학의 경계</vt:lpstr>
      <vt:lpstr>제 튜터링은…</vt:lpstr>
      <vt:lpstr>교재</vt:lpstr>
      <vt:lpstr>예상 일정 (중간)</vt:lpstr>
      <vt:lpstr>예상 일정 (기말)</vt:lpstr>
      <vt:lpstr>Q&amp;A</vt:lpstr>
      <vt:lpstr>Basic of Java</vt:lpstr>
      <vt:lpstr>소스코드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Algorithm Analysis Tutoring</dc:title>
  <dc:creator>신용호</dc:creator>
  <cp:lastModifiedBy>신용호</cp:lastModifiedBy>
  <cp:revision>31</cp:revision>
  <dcterms:created xsi:type="dcterms:W3CDTF">2016-09-03T00:47:55Z</dcterms:created>
  <dcterms:modified xsi:type="dcterms:W3CDTF">2016-09-06T10:18:30Z</dcterms:modified>
</cp:coreProperties>
</file>